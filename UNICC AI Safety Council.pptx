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4" r:id="rId4"/>
    <p:sldMasterId id="2147483725" r:id="rId5"/>
    <p:sldMasterId id="214748372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Montserrat Black"/>
      <p:bold r:id="rId17"/>
      <p:boldItalic r:id="rId18"/>
    </p:embeddedFont>
    <p:embeddedFont>
      <p:font typeface="Instrument Sans Medium"/>
      <p:regular r:id="rId19"/>
      <p:bold r:id="rId20"/>
      <p:italic r:id="rId21"/>
      <p:boldItalic r:id="rId22"/>
    </p:embeddedFont>
    <p:embeddedFont>
      <p:font typeface="Instrument Sans SemiBold"/>
      <p:regular r:id="rId23"/>
      <p:bold r:id="rId24"/>
      <p:italic r:id="rId25"/>
      <p:boldItalic r:id="rId26"/>
    </p:embeddedFont>
    <p:embeddedFont>
      <p:font typeface="Manrope"/>
      <p:regular r:id="rId27"/>
      <p:bold r:id="rId28"/>
    </p:embeddedFont>
    <p:embeddedFont>
      <p:font typeface="Outfit"/>
      <p:regular r:id="rId29"/>
      <p:bold r:id="rId30"/>
    </p:embeddedFont>
    <p:embeddedFont>
      <p:font typeface="Instrument Sans"/>
      <p:regular r:id="rId31"/>
      <p:bold r:id="rId32"/>
      <p:italic r:id="rId33"/>
      <p:boldItalic r:id="rId34"/>
    </p:embeddedFont>
    <p:embeddedFont>
      <p:font typeface="Manrope ExtraBold"/>
      <p:bold r:id="rId35"/>
    </p:embeddedFont>
    <p:embeddedFont>
      <p:font typeface="Outfit SemiBold"/>
      <p:regular r:id="rId36"/>
      <p:bold r:id="rId37"/>
    </p:embeddedFont>
    <p:embeddedFont>
      <p:font typeface="Montserrat ExtraBold"/>
      <p:bold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nstrumentSans-regular.fntdata"/><Relationship Id="rId30" Type="http://schemas.openxmlformats.org/officeDocument/2006/relationships/font" Target="fonts/Outfit-bold.fntdata"/><Relationship Id="rId33" Type="http://schemas.openxmlformats.org/officeDocument/2006/relationships/font" Target="fonts/InstrumentSans-italic.fntdata"/><Relationship Id="rId32" Type="http://schemas.openxmlformats.org/officeDocument/2006/relationships/font" Target="fonts/InstrumentSans-bold.fntdata"/><Relationship Id="rId35" Type="http://schemas.openxmlformats.org/officeDocument/2006/relationships/font" Target="fonts/ManropeExtraBold-bold.fntdata"/><Relationship Id="rId34" Type="http://schemas.openxmlformats.org/officeDocument/2006/relationships/font" Target="fonts/InstrumentSans-boldItalic.fntdata"/><Relationship Id="rId37" Type="http://schemas.openxmlformats.org/officeDocument/2006/relationships/font" Target="fonts/OutfitSemiBold-bold.fntdata"/><Relationship Id="rId36" Type="http://schemas.openxmlformats.org/officeDocument/2006/relationships/font" Target="fonts/OutfitSemiBold-regular.fntdata"/><Relationship Id="rId39" Type="http://schemas.openxmlformats.org/officeDocument/2006/relationships/font" Target="fonts/MontserratExtraBold-boldItalic.fntdata"/><Relationship Id="rId38" Type="http://schemas.openxmlformats.org/officeDocument/2006/relationships/font" Target="fonts/MontserratExtraBold-bold.fntdata"/><Relationship Id="rId20" Type="http://schemas.openxmlformats.org/officeDocument/2006/relationships/font" Target="fonts/InstrumentSansMedium-bold.fntdata"/><Relationship Id="rId22" Type="http://schemas.openxmlformats.org/officeDocument/2006/relationships/font" Target="fonts/InstrumentSansMedium-boldItalic.fntdata"/><Relationship Id="rId21" Type="http://schemas.openxmlformats.org/officeDocument/2006/relationships/font" Target="fonts/InstrumentSansMedium-italic.fntdata"/><Relationship Id="rId24" Type="http://schemas.openxmlformats.org/officeDocument/2006/relationships/font" Target="fonts/InstrumentSansSemiBold-bold.fntdata"/><Relationship Id="rId23" Type="http://schemas.openxmlformats.org/officeDocument/2006/relationships/font" Target="fonts/InstrumentSansSemiBold-regular.fntdata"/><Relationship Id="rId26" Type="http://schemas.openxmlformats.org/officeDocument/2006/relationships/font" Target="fonts/InstrumentSansSemiBold-boldItalic.fntdata"/><Relationship Id="rId25" Type="http://schemas.openxmlformats.org/officeDocument/2006/relationships/font" Target="fonts/InstrumentSansSemiBold-italic.fntdata"/><Relationship Id="rId28" Type="http://schemas.openxmlformats.org/officeDocument/2006/relationships/font" Target="fonts/Manrope-bold.fntdata"/><Relationship Id="rId27" Type="http://schemas.openxmlformats.org/officeDocument/2006/relationships/font" Target="fonts/Manrope-regular.fntdata"/><Relationship Id="rId29" Type="http://schemas.openxmlformats.org/officeDocument/2006/relationships/font" Target="fonts/Outfit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5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MontserratBlack-bold.fntdata"/><Relationship Id="rId16" Type="http://schemas.openxmlformats.org/officeDocument/2006/relationships/font" Target="fonts/Montserrat-boldItalic.fntdata"/><Relationship Id="rId19" Type="http://schemas.openxmlformats.org/officeDocument/2006/relationships/font" Target="fonts/InstrumentSansMedium-regular.fntdata"/><Relationship Id="rId18" Type="http://schemas.openxmlformats.org/officeDocument/2006/relationships/font" Target="fonts/MontserratBlack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d61d8a7c7b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g3d61d8a7c7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96e10f24df_0_2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96e10f24df_0_2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96e10f24df_2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g396e10f24df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96e10f24df_0_2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96e10f24df_0_2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96e10f24df_2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g396e10f24df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Relationship Id="rId3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Relationship Id="rId3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Relationship Id="rId3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Relationship Id="rId3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1" type="title">
  <p:cSld name="TITLE">
    <p:bg>
      <p:bgPr>
        <a:solidFill>
          <a:srgbClr val="57068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56" name="Google Shape;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Title and Content">
  <p:cSld name="18_Title and Conte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>
            <p:ph idx="2" type="pic"/>
          </p:nvPr>
        </p:nvSpPr>
        <p:spPr>
          <a:xfrm>
            <a:off x="0" y="0"/>
            <a:ext cx="40149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2">
  <p:cSld name="TITLE_1">
    <p:bg>
      <p:bgPr>
        <a:solidFill>
          <a:srgbClr val="57068C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7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65" name="Google Shape;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7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4">
  <p:cSld name="TITLE_1_1_1">
    <p:bg>
      <p:bgPr>
        <a:solidFill>
          <a:srgbClr val="57068C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8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71" name="Google Shape;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8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5">
  <p:cSld name="TITLE_1_1_1_1">
    <p:bg>
      <p:bgPr>
        <a:solidFill>
          <a:srgbClr val="57068C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77" name="Google Shape;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9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57068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descr=" " id="82" name="Google Shape;82;p20"/>
          <p:cNvCxnSpPr/>
          <p:nvPr/>
        </p:nvCxnSpPr>
        <p:spPr>
          <a:xfrm>
            <a:off x="407168" y="2618527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 " id="83" name="Google Shape;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0"/>
          <p:cNvSpPr txBox="1"/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6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316950" y="2938025"/>
            <a:ext cx="4031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1"/>
          <p:cNvSpPr txBox="1"/>
          <p:nvPr>
            <p:ph type="title"/>
          </p:nvPr>
        </p:nvSpPr>
        <p:spPr>
          <a:xfrm>
            <a:off x="407175" y="450150"/>
            <a:ext cx="8329500" cy="3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6000"/>
              <a:buFont typeface="Montserrat Black"/>
              <a:buNone/>
              <a:defRPr sz="6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89" name="Google Shape;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92" name="Google Shape;92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2"/>
          <p:cNvSpPr txBox="1"/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4" name="Google Shape;94;p22"/>
          <p:cNvSpPr txBox="1"/>
          <p:nvPr>
            <p:ph idx="1" type="subTitle"/>
          </p:nvPr>
        </p:nvSpPr>
        <p:spPr>
          <a:xfrm>
            <a:off x="294375" y="2803075"/>
            <a:ext cx="39558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2"/>
          <p:cNvSpPr txBox="1"/>
          <p:nvPr>
            <p:ph idx="2" type="body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descr=" " id="96" name="Google Shape;9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-page image">
  <p:cSld name="CUSTOM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99" name="Google Shape;9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3"/>
          <p:cNvSpPr txBox="1"/>
          <p:nvPr>
            <p:ph type="title"/>
          </p:nvPr>
        </p:nvSpPr>
        <p:spPr>
          <a:xfrm>
            <a:off x="311700" y="445025"/>
            <a:ext cx="38031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101" name="Google Shape;101;p23"/>
          <p:cNvSpPr txBox="1"/>
          <p:nvPr>
            <p:ph idx="1" type="body"/>
          </p:nvPr>
        </p:nvSpPr>
        <p:spPr>
          <a:xfrm>
            <a:off x="311700" y="2750150"/>
            <a:ext cx="3466500" cy="15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02" name="Google Shape;102;p2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3" name="Google Shape;1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05" name="Google Shape;10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24"/>
          <p:cNvSpPr txBox="1"/>
          <p:nvPr>
            <p:ph type="title"/>
          </p:nvPr>
        </p:nvSpPr>
        <p:spPr>
          <a:xfrm>
            <a:off x="311700" y="3564945"/>
            <a:ext cx="44913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None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5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2" name="Google Shape;112;p25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b="0" i="0" sz="4200" u="none" cap="none" strike="noStrike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13" name="Google Shape;113;p25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2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_1"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6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9" name="Google Shape;119;p26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b="0" i="0" sz="4200" u="none" cap="none" strike="noStrike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20" name="Google Shape;120;p26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2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 1">
  <p:cSld name="CUSTOM_1_1_1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7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6" name="Google Shape;126;p27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b="0" i="0" sz="4200" u="none" cap="none" strike="noStrike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27" name="Google Shape;127;p27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2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hasCustomPrompt="1" type="title"/>
          </p:nvPr>
        </p:nvSpPr>
        <p:spPr>
          <a:xfrm>
            <a:off x="311700" y="407700"/>
            <a:ext cx="8520600" cy="19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5000"/>
              <a:buFont typeface="Montserrat Black"/>
              <a:buNone/>
              <a:defRPr sz="15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1" name="Google Shape;131;p28"/>
          <p:cNvSpPr txBox="1"/>
          <p:nvPr>
            <p:ph idx="1" type="body"/>
          </p:nvPr>
        </p:nvSpPr>
        <p:spPr>
          <a:xfrm>
            <a:off x="2475675" y="3360362"/>
            <a:ext cx="41928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132" name="Google Shape;132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8"/>
          <p:cNvSpPr txBox="1"/>
          <p:nvPr>
            <p:ph idx="2" type="subTitle"/>
          </p:nvPr>
        </p:nvSpPr>
        <p:spPr>
          <a:xfrm>
            <a:off x="407175" y="2537800"/>
            <a:ext cx="83292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5" name="Google Shape;13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olio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37" name="Google Shape;13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/>
          <p:nvPr/>
        </p:nvSpPr>
        <p:spPr>
          <a:xfrm flipH="1">
            <a:off x="575775" y="282900"/>
            <a:ext cx="64890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4" name="Google Shape;144;p31"/>
          <p:cNvSpPr/>
          <p:nvPr/>
        </p:nvSpPr>
        <p:spPr>
          <a:xfrm rot="5400000">
            <a:off x="7817600" y="-468900"/>
            <a:ext cx="291000" cy="1794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5" name="Google Shape;145;p31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6" name="Google Shape;146;p31"/>
          <p:cNvSpPr txBox="1"/>
          <p:nvPr>
            <p:ph idx="1" type="subTitle"/>
          </p:nvPr>
        </p:nvSpPr>
        <p:spPr>
          <a:xfrm>
            <a:off x="1008000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47" name="Google Shape;147;p31"/>
          <p:cNvSpPr txBox="1"/>
          <p:nvPr>
            <p:ph type="title"/>
          </p:nvPr>
        </p:nvSpPr>
        <p:spPr>
          <a:xfrm>
            <a:off x="1008000" y="587700"/>
            <a:ext cx="4957200" cy="12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8" name="Google Shape;148;p31"/>
          <p:cNvSpPr/>
          <p:nvPr>
            <p:ph idx="2" type="pic"/>
          </p:nvPr>
        </p:nvSpPr>
        <p:spPr>
          <a:xfrm>
            <a:off x="7064850" y="575175"/>
            <a:ext cx="1794600" cy="4283100"/>
          </a:xfrm>
          <a:prstGeom prst="roundRect">
            <a:avLst>
              <a:gd fmla="val 16555" name="adj"/>
            </a:avLst>
          </a:prstGeom>
          <a:noFill/>
          <a:ln>
            <a:noFill/>
          </a:ln>
        </p:spPr>
      </p:sp>
      <p:sp>
        <p:nvSpPr>
          <p:cNvPr id="149" name="Google Shape;149;p31"/>
          <p:cNvSpPr txBox="1"/>
          <p:nvPr>
            <p:ph idx="3" type="subTitle"/>
          </p:nvPr>
        </p:nvSpPr>
        <p:spPr>
          <a:xfrm>
            <a:off x="3178225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52" name="Google Shape;152;p32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53" name="Google Shape;153;p32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54" name="Google Shape;154;p32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57" name="Google Shape;157;p33"/>
          <p:cNvSpPr txBox="1"/>
          <p:nvPr>
            <p:ph idx="1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58" name="Google Shape;158;p33"/>
          <p:cNvSpPr txBox="1"/>
          <p:nvPr>
            <p:ph idx="2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1_3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/>
          <p:nvPr/>
        </p:nvSpPr>
        <p:spPr>
          <a:xfrm flipH="1">
            <a:off x="575775" y="282900"/>
            <a:ext cx="82836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1" name="Google Shape;161;p34"/>
          <p:cNvSpPr txBox="1"/>
          <p:nvPr>
            <p:ph type="title"/>
          </p:nvPr>
        </p:nvSpPr>
        <p:spPr>
          <a:xfrm>
            <a:off x="779100" y="282900"/>
            <a:ext cx="4234800" cy="457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62" name="Google Shape;162;p34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3">
    <p:bg>
      <p:bgPr>
        <a:solidFill>
          <a:schemeClr val="lt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35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66" name="Google Shape;166;p35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lt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6"/>
          <p:cNvSpPr txBox="1"/>
          <p:nvPr>
            <p:ph type="title"/>
          </p:nvPr>
        </p:nvSpPr>
        <p:spPr>
          <a:xfrm>
            <a:off x="284775" y="282900"/>
            <a:ext cx="27873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9" name="Google Shape;169;p36"/>
          <p:cNvSpPr txBox="1"/>
          <p:nvPr>
            <p:ph idx="1" type="subTitle"/>
          </p:nvPr>
        </p:nvSpPr>
        <p:spPr>
          <a:xfrm>
            <a:off x="3348525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70" name="Google Shape;170;p36"/>
          <p:cNvSpPr txBox="1"/>
          <p:nvPr>
            <p:ph idx="2" type="subTitle"/>
          </p:nvPr>
        </p:nvSpPr>
        <p:spPr>
          <a:xfrm>
            <a:off x="6242100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171" name="Google Shape;171;p36"/>
          <p:cNvSpPr txBox="1"/>
          <p:nvPr>
            <p:ph idx="3" type="subTitle"/>
          </p:nvPr>
        </p:nvSpPr>
        <p:spPr>
          <a:xfrm>
            <a:off x="3348525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172" name="Google Shape;172;p36"/>
          <p:cNvSpPr txBox="1"/>
          <p:nvPr>
            <p:ph idx="4" type="subTitle"/>
          </p:nvPr>
        </p:nvSpPr>
        <p:spPr>
          <a:xfrm>
            <a:off x="6242100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173" name="Google Shape;173;p36"/>
          <p:cNvSpPr txBox="1"/>
          <p:nvPr>
            <p:ph idx="5" type="subTitle"/>
          </p:nvPr>
        </p:nvSpPr>
        <p:spPr>
          <a:xfrm>
            <a:off x="3348525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74" name="Google Shape;174;p36"/>
          <p:cNvSpPr txBox="1"/>
          <p:nvPr>
            <p:ph idx="6" type="subTitle"/>
          </p:nvPr>
        </p:nvSpPr>
        <p:spPr>
          <a:xfrm>
            <a:off x="6242100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75" name="Google Shape;175;p36"/>
          <p:cNvSpPr txBox="1"/>
          <p:nvPr>
            <p:ph idx="7" type="subTitle"/>
          </p:nvPr>
        </p:nvSpPr>
        <p:spPr>
          <a:xfrm>
            <a:off x="3348525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76" name="Google Shape;176;p36"/>
          <p:cNvSpPr txBox="1"/>
          <p:nvPr>
            <p:ph idx="8" type="subTitle"/>
          </p:nvPr>
        </p:nvSpPr>
        <p:spPr>
          <a:xfrm>
            <a:off x="6242100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77" name="Google Shape;177;p36"/>
          <p:cNvSpPr txBox="1"/>
          <p:nvPr>
            <p:ph idx="9" type="subTitle"/>
          </p:nvPr>
        </p:nvSpPr>
        <p:spPr>
          <a:xfrm>
            <a:off x="3348525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78" name="Google Shape;178;p36"/>
          <p:cNvSpPr txBox="1"/>
          <p:nvPr>
            <p:ph idx="13" type="subTitle"/>
          </p:nvPr>
        </p:nvSpPr>
        <p:spPr>
          <a:xfrm>
            <a:off x="6242100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79" name="Google Shape;179;p36"/>
          <p:cNvSpPr txBox="1"/>
          <p:nvPr>
            <p:ph idx="14" type="subTitle"/>
          </p:nvPr>
        </p:nvSpPr>
        <p:spPr>
          <a:xfrm>
            <a:off x="3348525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0" name="Google Shape;180;p36"/>
          <p:cNvSpPr txBox="1"/>
          <p:nvPr>
            <p:ph idx="15" type="subTitle"/>
          </p:nvPr>
        </p:nvSpPr>
        <p:spPr>
          <a:xfrm>
            <a:off x="6242100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1" name="Google Shape;181;p36"/>
          <p:cNvSpPr txBox="1"/>
          <p:nvPr>
            <p:ph idx="16" type="subTitle"/>
          </p:nvPr>
        </p:nvSpPr>
        <p:spPr>
          <a:xfrm>
            <a:off x="3348525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2" name="Google Shape;182;p36"/>
          <p:cNvSpPr txBox="1"/>
          <p:nvPr>
            <p:ph idx="17" type="subTitle"/>
          </p:nvPr>
        </p:nvSpPr>
        <p:spPr>
          <a:xfrm>
            <a:off x="6242100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3" name="Google Shape;183;p36"/>
          <p:cNvSpPr txBox="1"/>
          <p:nvPr>
            <p:ph idx="18" type="subTitle"/>
          </p:nvPr>
        </p:nvSpPr>
        <p:spPr>
          <a:xfrm>
            <a:off x="3348525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4" name="Google Shape;184;p36"/>
          <p:cNvSpPr txBox="1"/>
          <p:nvPr>
            <p:ph idx="19" type="subTitle"/>
          </p:nvPr>
        </p:nvSpPr>
        <p:spPr>
          <a:xfrm>
            <a:off x="6242100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_1">
    <p:bg>
      <p:bgPr>
        <a:solidFill>
          <a:schemeClr val="l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/>
          <p:nvPr>
            <p:ph idx="2" type="pic"/>
          </p:nvPr>
        </p:nvSpPr>
        <p:spPr>
          <a:xfrm>
            <a:off x="284650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7" name="Google Shape;187;p37"/>
          <p:cNvSpPr txBox="1"/>
          <p:nvPr>
            <p:ph type="title"/>
          </p:nvPr>
        </p:nvSpPr>
        <p:spPr>
          <a:xfrm>
            <a:off x="284775" y="282900"/>
            <a:ext cx="7851300" cy="6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88" name="Google Shape;188;p37"/>
          <p:cNvSpPr txBox="1"/>
          <p:nvPr>
            <p:ph idx="1" type="subTitle"/>
          </p:nvPr>
        </p:nvSpPr>
        <p:spPr>
          <a:xfrm>
            <a:off x="1009725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9" name="Google Shape;189;p37"/>
          <p:cNvSpPr/>
          <p:nvPr>
            <p:ph idx="3" type="pic"/>
          </p:nvPr>
        </p:nvSpPr>
        <p:spPr>
          <a:xfrm>
            <a:off x="284650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0" name="Google Shape;190;p37"/>
          <p:cNvSpPr/>
          <p:nvPr>
            <p:ph idx="4" type="pic"/>
          </p:nvPr>
        </p:nvSpPr>
        <p:spPr>
          <a:xfrm>
            <a:off x="3178288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1" name="Google Shape;191;p37"/>
          <p:cNvSpPr/>
          <p:nvPr>
            <p:ph idx="5" type="pic"/>
          </p:nvPr>
        </p:nvSpPr>
        <p:spPr>
          <a:xfrm>
            <a:off x="3178288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2" name="Google Shape;192;p37"/>
          <p:cNvSpPr/>
          <p:nvPr>
            <p:ph idx="6" type="pic"/>
          </p:nvPr>
        </p:nvSpPr>
        <p:spPr>
          <a:xfrm>
            <a:off x="6071925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3" name="Google Shape;193;p37"/>
          <p:cNvSpPr/>
          <p:nvPr>
            <p:ph idx="7" type="pic"/>
          </p:nvPr>
        </p:nvSpPr>
        <p:spPr>
          <a:xfrm>
            <a:off x="6071925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4" name="Google Shape;194;p37"/>
          <p:cNvSpPr txBox="1"/>
          <p:nvPr>
            <p:ph idx="8" type="subTitle"/>
          </p:nvPr>
        </p:nvSpPr>
        <p:spPr>
          <a:xfrm>
            <a:off x="3902538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37"/>
          <p:cNvSpPr txBox="1"/>
          <p:nvPr>
            <p:ph idx="9" type="subTitle"/>
          </p:nvPr>
        </p:nvSpPr>
        <p:spPr>
          <a:xfrm>
            <a:off x="6795350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6" name="Google Shape;196;p37"/>
          <p:cNvSpPr txBox="1"/>
          <p:nvPr>
            <p:ph idx="13" type="subTitle"/>
          </p:nvPr>
        </p:nvSpPr>
        <p:spPr>
          <a:xfrm>
            <a:off x="1009725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7" name="Google Shape;197;p37"/>
          <p:cNvSpPr txBox="1"/>
          <p:nvPr>
            <p:ph idx="14" type="subTitle"/>
          </p:nvPr>
        </p:nvSpPr>
        <p:spPr>
          <a:xfrm>
            <a:off x="3902538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8" name="Google Shape;198;p37"/>
          <p:cNvSpPr txBox="1"/>
          <p:nvPr>
            <p:ph idx="15" type="subTitle"/>
          </p:nvPr>
        </p:nvSpPr>
        <p:spPr>
          <a:xfrm>
            <a:off x="6795350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5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8"/>
          <p:cNvSpPr txBox="1"/>
          <p:nvPr>
            <p:ph type="title"/>
          </p:nvPr>
        </p:nvSpPr>
        <p:spPr>
          <a:xfrm>
            <a:off x="284775" y="282900"/>
            <a:ext cx="85824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01" name="Google Shape;201;p38"/>
          <p:cNvSpPr txBox="1"/>
          <p:nvPr>
            <p:ph idx="1" type="subTitle"/>
          </p:nvPr>
        </p:nvSpPr>
        <p:spPr>
          <a:xfrm>
            <a:off x="18026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202" name="Google Shape;202;p38"/>
          <p:cNvSpPr txBox="1"/>
          <p:nvPr>
            <p:ph idx="2" type="subTitle"/>
          </p:nvPr>
        </p:nvSpPr>
        <p:spPr>
          <a:xfrm>
            <a:off x="36109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203" name="Google Shape;203;p38"/>
          <p:cNvSpPr txBox="1"/>
          <p:nvPr>
            <p:ph idx="3" type="subTitle"/>
          </p:nvPr>
        </p:nvSpPr>
        <p:spPr>
          <a:xfrm>
            <a:off x="54192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204" name="Google Shape;204;p38"/>
          <p:cNvSpPr txBox="1"/>
          <p:nvPr>
            <p:ph idx="4" type="subTitle"/>
          </p:nvPr>
        </p:nvSpPr>
        <p:spPr>
          <a:xfrm>
            <a:off x="72275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205" name="Google Shape;205;p38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206" name="Google Shape;206;p38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2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/>
          <p:nvPr>
            <p:ph idx="2" type="pic"/>
          </p:nvPr>
        </p:nvSpPr>
        <p:spPr>
          <a:xfrm>
            <a:off x="2210800" y="1984500"/>
            <a:ext cx="1828800" cy="1828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39"/>
          <p:cNvSpPr txBox="1"/>
          <p:nvPr>
            <p:ph type="title"/>
          </p:nvPr>
        </p:nvSpPr>
        <p:spPr>
          <a:xfrm>
            <a:off x="1739950" y="282900"/>
            <a:ext cx="42342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39"/>
          <p:cNvSpPr txBox="1"/>
          <p:nvPr>
            <p:ph idx="1" type="body"/>
          </p:nvPr>
        </p:nvSpPr>
        <p:spPr>
          <a:xfrm>
            <a:off x="4624900" y="3199050"/>
            <a:ext cx="2787600" cy="14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11" name="Google Shape;211;p39"/>
          <p:cNvSpPr txBox="1"/>
          <p:nvPr>
            <p:ph idx="3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12" name="Google Shape;212;p39"/>
          <p:cNvSpPr txBox="1"/>
          <p:nvPr>
            <p:ph idx="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13" name="Google Shape;213;p39"/>
          <p:cNvSpPr txBox="1"/>
          <p:nvPr>
            <p:ph idx="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14" name="Google Shape;214;p39"/>
          <p:cNvSpPr txBox="1"/>
          <p:nvPr>
            <p:ph idx="6" type="body"/>
          </p:nvPr>
        </p:nvSpPr>
        <p:spPr>
          <a:xfrm>
            <a:off x="5412150" y="1666450"/>
            <a:ext cx="3421500" cy="9696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indent="-3175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3">
  <p:cSld name="CUSTOM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7" name="Google Shape;217;p40"/>
          <p:cNvSpPr txBox="1"/>
          <p:nvPr>
            <p:ph idx="2" type="body"/>
          </p:nvPr>
        </p:nvSpPr>
        <p:spPr>
          <a:xfrm>
            <a:off x="4223075" y="3141232"/>
            <a:ext cx="27876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8" name="Google Shape;218;p40"/>
          <p:cNvSpPr txBox="1"/>
          <p:nvPr>
            <p:ph type="title"/>
          </p:nvPr>
        </p:nvSpPr>
        <p:spPr>
          <a:xfrm>
            <a:off x="4223075" y="2623350"/>
            <a:ext cx="24435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9" name="Google Shape;219;p40"/>
          <p:cNvSpPr/>
          <p:nvPr>
            <p:ph idx="3" type="pic"/>
          </p:nvPr>
        </p:nvSpPr>
        <p:spPr>
          <a:xfrm>
            <a:off x="1901125" y="476725"/>
            <a:ext cx="383700" cy="39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0" name="Google Shape;220;p40"/>
          <p:cNvSpPr txBox="1"/>
          <p:nvPr>
            <p:ph idx="4" type="title"/>
          </p:nvPr>
        </p:nvSpPr>
        <p:spPr>
          <a:xfrm>
            <a:off x="3072075" y="282900"/>
            <a:ext cx="5787300" cy="21123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221" name="Google Shape;221;p40"/>
          <p:cNvSpPr txBox="1"/>
          <p:nvPr>
            <p:ph idx="5" type="title"/>
          </p:nvPr>
        </p:nvSpPr>
        <p:spPr>
          <a:xfrm>
            <a:off x="1731400" y="3108325"/>
            <a:ext cx="2337000" cy="152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22" name="Google Shape;222;p40"/>
          <p:cNvSpPr txBox="1"/>
          <p:nvPr>
            <p:ph idx="6" type="title"/>
          </p:nvPr>
        </p:nvSpPr>
        <p:spPr>
          <a:xfrm>
            <a:off x="7116525" y="2623350"/>
            <a:ext cx="17424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3" name="Google Shape;223;p40"/>
          <p:cNvSpPr txBox="1"/>
          <p:nvPr>
            <p:ph idx="7" type="body"/>
          </p:nvPr>
        </p:nvSpPr>
        <p:spPr>
          <a:xfrm>
            <a:off x="7116525" y="3141225"/>
            <a:ext cx="17424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4" name="Google Shape;224;p40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25" name="Google Shape;225;p40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3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 txBox="1"/>
          <p:nvPr>
            <p:ph type="title"/>
          </p:nvPr>
        </p:nvSpPr>
        <p:spPr>
          <a:xfrm>
            <a:off x="1731400" y="435300"/>
            <a:ext cx="3510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28" name="Google Shape;228;p41"/>
          <p:cNvSpPr txBox="1"/>
          <p:nvPr>
            <p:ph idx="1" type="body"/>
          </p:nvPr>
        </p:nvSpPr>
        <p:spPr>
          <a:xfrm>
            <a:off x="5348925" y="779548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9" name="Google Shape;229;p41"/>
          <p:cNvSpPr txBox="1"/>
          <p:nvPr>
            <p:ph idx="2" type="title"/>
          </p:nvPr>
        </p:nvSpPr>
        <p:spPr>
          <a:xfrm>
            <a:off x="5348925" y="286031"/>
            <a:ext cx="3378900" cy="430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230" name="Google Shape;230;p41"/>
          <p:cNvSpPr txBox="1"/>
          <p:nvPr>
            <p:ph idx="3" type="body"/>
          </p:nvPr>
        </p:nvSpPr>
        <p:spPr>
          <a:xfrm>
            <a:off x="5348925" y="2225851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1" name="Google Shape;231;p41"/>
          <p:cNvSpPr txBox="1"/>
          <p:nvPr>
            <p:ph idx="4" type="title"/>
          </p:nvPr>
        </p:nvSpPr>
        <p:spPr>
          <a:xfrm>
            <a:off x="5348925" y="1767224"/>
            <a:ext cx="3378900" cy="3957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232" name="Google Shape;232;p41"/>
          <p:cNvSpPr txBox="1"/>
          <p:nvPr>
            <p:ph idx="5" type="body"/>
          </p:nvPr>
        </p:nvSpPr>
        <p:spPr>
          <a:xfrm>
            <a:off x="5348925" y="3672155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3" name="Google Shape;233;p41"/>
          <p:cNvSpPr txBox="1"/>
          <p:nvPr>
            <p:ph idx="6" type="title"/>
          </p:nvPr>
        </p:nvSpPr>
        <p:spPr>
          <a:xfrm>
            <a:off x="5348925" y="3251722"/>
            <a:ext cx="33789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234" name="Google Shape;234;p41"/>
          <p:cNvSpPr txBox="1"/>
          <p:nvPr>
            <p:ph idx="7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35" name="Google Shape;235;p41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36" name="Google Shape;236;p41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BLANK_1_1_1_1_1_1_1_1_1_1_1_1_1_1_4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2"/>
          <p:cNvSpPr txBox="1"/>
          <p:nvPr>
            <p:ph idx="1" type="body"/>
          </p:nvPr>
        </p:nvSpPr>
        <p:spPr>
          <a:xfrm>
            <a:off x="655475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9" name="Google Shape;239;p42"/>
          <p:cNvSpPr txBox="1"/>
          <p:nvPr>
            <p:ph idx="2" type="body"/>
          </p:nvPr>
        </p:nvSpPr>
        <p:spPr>
          <a:xfrm>
            <a:off x="173140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0" name="Google Shape;240;p42"/>
          <p:cNvSpPr txBox="1"/>
          <p:nvPr>
            <p:ph idx="3" type="body"/>
          </p:nvPr>
        </p:nvSpPr>
        <p:spPr>
          <a:xfrm>
            <a:off x="4143075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1" name="Google Shape;241;p42"/>
          <p:cNvSpPr txBox="1"/>
          <p:nvPr>
            <p:ph type="title"/>
          </p:nvPr>
        </p:nvSpPr>
        <p:spPr>
          <a:xfrm>
            <a:off x="173140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42" name="Google Shape;242;p42"/>
          <p:cNvSpPr txBox="1"/>
          <p:nvPr>
            <p:ph idx="4" type="subTitle"/>
          </p:nvPr>
        </p:nvSpPr>
        <p:spPr>
          <a:xfrm>
            <a:off x="173140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5" type="title"/>
          </p:nvPr>
        </p:nvSpPr>
        <p:spPr>
          <a:xfrm>
            <a:off x="4143075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44" name="Google Shape;244;p42"/>
          <p:cNvSpPr txBox="1"/>
          <p:nvPr>
            <p:ph idx="6" type="subTitle"/>
          </p:nvPr>
        </p:nvSpPr>
        <p:spPr>
          <a:xfrm>
            <a:off x="4143075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7" type="title"/>
          </p:nvPr>
        </p:nvSpPr>
        <p:spPr>
          <a:xfrm>
            <a:off x="655475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46" name="Google Shape;246;p42"/>
          <p:cNvSpPr txBox="1"/>
          <p:nvPr>
            <p:ph idx="8" type="subTitle"/>
          </p:nvPr>
        </p:nvSpPr>
        <p:spPr>
          <a:xfrm>
            <a:off x="655475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48" name="Google Shape;248;p42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49" name="Google Shape;249;p42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1_4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52" name="Google Shape;252;p43"/>
          <p:cNvSpPr txBox="1"/>
          <p:nvPr>
            <p:ph idx="2" type="body"/>
          </p:nvPr>
        </p:nvSpPr>
        <p:spPr>
          <a:xfrm>
            <a:off x="1731400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3" name="Google Shape;253;p43"/>
          <p:cNvSpPr txBox="1"/>
          <p:nvPr>
            <p:ph idx="3" type="body"/>
          </p:nvPr>
        </p:nvSpPr>
        <p:spPr>
          <a:xfrm>
            <a:off x="4143963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4" name="Google Shape;254;p43"/>
          <p:cNvSpPr txBox="1"/>
          <p:nvPr>
            <p:ph idx="4" type="body"/>
          </p:nvPr>
        </p:nvSpPr>
        <p:spPr>
          <a:xfrm>
            <a:off x="6556525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5" name="Google Shape;255;p43"/>
          <p:cNvSpPr/>
          <p:nvPr>
            <p:ph idx="5" type="pic"/>
          </p:nvPr>
        </p:nvSpPr>
        <p:spPr>
          <a:xfrm>
            <a:off x="1733625" y="1872750"/>
            <a:ext cx="2304000" cy="748500"/>
          </a:xfrm>
          <a:prstGeom prst="roundRect">
            <a:avLst>
              <a:gd fmla="val 15661" name="adj"/>
            </a:avLst>
          </a:prstGeom>
          <a:noFill/>
          <a:ln>
            <a:noFill/>
          </a:ln>
        </p:spPr>
      </p:sp>
      <p:sp>
        <p:nvSpPr>
          <p:cNvPr id="256" name="Google Shape;256;p43"/>
          <p:cNvSpPr/>
          <p:nvPr>
            <p:ph idx="6" type="pic"/>
          </p:nvPr>
        </p:nvSpPr>
        <p:spPr>
          <a:xfrm>
            <a:off x="4144025" y="1872750"/>
            <a:ext cx="2304000" cy="10755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257" name="Google Shape;257;p43"/>
          <p:cNvSpPr/>
          <p:nvPr>
            <p:ph idx="7" type="pic"/>
          </p:nvPr>
        </p:nvSpPr>
        <p:spPr>
          <a:xfrm>
            <a:off x="6556525" y="1872750"/>
            <a:ext cx="2304000" cy="1286700"/>
          </a:xfrm>
          <a:prstGeom prst="roundRect">
            <a:avLst>
              <a:gd fmla="val 12543" name="adj"/>
            </a:avLst>
          </a:prstGeom>
          <a:noFill/>
          <a:ln>
            <a:noFill/>
          </a:ln>
        </p:spPr>
      </p:sp>
      <p:sp>
        <p:nvSpPr>
          <p:cNvPr id="258" name="Google Shape;258;p43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59" name="Google Shape;259;p43"/>
          <p:cNvSpPr txBox="1"/>
          <p:nvPr>
            <p:ph idx="8" type="title"/>
          </p:nvPr>
        </p:nvSpPr>
        <p:spPr>
          <a:xfrm>
            <a:off x="1731400" y="26233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60" name="Google Shape;260;p43"/>
          <p:cNvSpPr txBox="1"/>
          <p:nvPr>
            <p:ph idx="9" type="title"/>
          </p:nvPr>
        </p:nvSpPr>
        <p:spPr>
          <a:xfrm>
            <a:off x="4143963" y="29845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61" name="Google Shape;261;p43"/>
          <p:cNvSpPr txBox="1"/>
          <p:nvPr>
            <p:ph idx="13" type="title"/>
          </p:nvPr>
        </p:nvSpPr>
        <p:spPr>
          <a:xfrm>
            <a:off x="6556525" y="3219175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62" name="Google Shape;262;p43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63" name="Google Shape;263;p43"/>
          <p:cNvSpPr txBox="1"/>
          <p:nvPr>
            <p:ph idx="1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CUSTOM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4"/>
          <p:cNvSpPr txBox="1"/>
          <p:nvPr>
            <p:ph idx="1" type="body"/>
          </p:nvPr>
        </p:nvSpPr>
        <p:spPr>
          <a:xfrm>
            <a:off x="17331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6" name="Google Shape;266;p44"/>
          <p:cNvSpPr txBox="1"/>
          <p:nvPr>
            <p:ph idx="2" type="body"/>
          </p:nvPr>
        </p:nvSpPr>
        <p:spPr>
          <a:xfrm>
            <a:off x="414308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7" name="Google Shape;267;p44"/>
          <p:cNvSpPr txBox="1"/>
          <p:nvPr>
            <p:ph idx="3" type="body"/>
          </p:nvPr>
        </p:nvSpPr>
        <p:spPr>
          <a:xfrm>
            <a:off x="65530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8" name="Google Shape;268;p44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9" name="Google Shape;269;p44"/>
          <p:cNvSpPr/>
          <p:nvPr>
            <p:ph idx="4" type="pic"/>
          </p:nvPr>
        </p:nvSpPr>
        <p:spPr>
          <a:xfrm>
            <a:off x="4144025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270" name="Google Shape;270;p44"/>
          <p:cNvSpPr/>
          <p:nvPr>
            <p:ph idx="5" type="pic"/>
          </p:nvPr>
        </p:nvSpPr>
        <p:spPr>
          <a:xfrm>
            <a:off x="17332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271" name="Google Shape;271;p44"/>
          <p:cNvSpPr txBox="1"/>
          <p:nvPr>
            <p:ph idx="6" type="title"/>
          </p:nvPr>
        </p:nvSpPr>
        <p:spPr>
          <a:xfrm>
            <a:off x="17331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2" name="Google Shape;272;p44"/>
          <p:cNvSpPr/>
          <p:nvPr>
            <p:ph idx="7" type="pic"/>
          </p:nvPr>
        </p:nvSpPr>
        <p:spPr>
          <a:xfrm>
            <a:off x="65566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273" name="Google Shape;273;p44"/>
          <p:cNvSpPr txBox="1"/>
          <p:nvPr>
            <p:ph idx="8" type="title"/>
          </p:nvPr>
        </p:nvSpPr>
        <p:spPr>
          <a:xfrm>
            <a:off x="17331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74" name="Google Shape;274;p44"/>
          <p:cNvSpPr txBox="1"/>
          <p:nvPr>
            <p:ph idx="9" type="title"/>
          </p:nvPr>
        </p:nvSpPr>
        <p:spPr>
          <a:xfrm>
            <a:off x="414310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5" name="Google Shape;275;p44"/>
          <p:cNvSpPr txBox="1"/>
          <p:nvPr>
            <p:ph idx="13" type="title"/>
          </p:nvPr>
        </p:nvSpPr>
        <p:spPr>
          <a:xfrm>
            <a:off x="414310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76" name="Google Shape;276;p44"/>
          <p:cNvSpPr txBox="1"/>
          <p:nvPr>
            <p:ph idx="14" type="title"/>
          </p:nvPr>
        </p:nvSpPr>
        <p:spPr>
          <a:xfrm>
            <a:off x="65530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7" name="Google Shape;277;p44"/>
          <p:cNvSpPr txBox="1"/>
          <p:nvPr>
            <p:ph idx="15" type="title"/>
          </p:nvPr>
        </p:nvSpPr>
        <p:spPr>
          <a:xfrm>
            <a:off x="65530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78" name="Google Shape;278;p44"/>
          <p:cNvSpPr txBox="1"/>
          <p:nvPr>
            <p:ph idx="16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79" name="Google Shape;279;p44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1_4_3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5"/>
          <p:cNvSpPr txBox="1"/>
          <p:nvPr>
            <p:ph idx="1" type="body"/>
          </p:nvPr>
        </p:nvSpPr>
        <p:spPr>
          <a:xfrm>
            <a:off x="173140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82" name="Google Shape;282;p45"/>
          <p:cNvSpPr txBox="1"/>
          <p:nvPr>
            <p:ph idx="2" type="body"/>
          </p:nvPr>
        </p:nvSpPr>
        <p:spPr>
          <a:xfrm>
            <a:off x="4143075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83" name="Google Shape;283;p45"/>
          <p:cNvSpPr txBox="1"/>
          <p:nvPr>
            <p:ph idx="3" type="body"/>
          </p:nvPr>
        </p:nvSpPr>
        <p:spPr>
          <a:xfrm>
            <a:off x="655475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84" name="Google Shape;284;p45"/>
          <p:cNvSpPr txBox="1"/>
          <p:nvPr>
            <p:ph idx="4" type="subTitle"/>
          </p:nvPr>
        </p:nvSpPr>
        <p:spPr>
          <a:xfrm>
            <a:off x="173140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85" name="Google Shape;285;p45"/>
          <p:cNvSpPr txBox="1"/>
          <p:nvPr>
            <p:ph idx="5" type="subTitle"/>
          </p:nvPr>
        </p:nvSpPr>
        <p:spPr>
          <a:xfrm>
            <a:off x="4143075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86" name="Google Shape;286;p45"/>
          <p:cNvSpPr txBox="1"/>
          <p:nvPr>
            <p:ph idx="6" type="subTitle"/>
          </p:nvPr>
        </p:nvSpPr>
        <p:spPr>
          <a:xfrm>
            <a:off x="655475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87" name="Google Shape;287;p45"/>
          <p:cNvSpPr txBox="1"/>
          <p:nvPr>
            <p:ph type="title"/>
          </p:nvPr>
        </p:nvSpPr>
        <p:spPr>
          <a:xfrm>
            <a:off x="173140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88" name="Google Shape;288;p45"/>
          <p:cNvSpPr txBox="1"/>
          <p:nvPr>
            <p:ph idx="7" type="title"/>
          </p:nvPr>
        </p:nvSpPr>
        <p:spPr>
          <a:xfrm>
            <a:off x="4143075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89" name="Google Shape;289;p45"/>
          <p:cNvSpPr txBox="1"/>
          <p:nvPr>
            <p:ph idx="8" type="title"/>
          </p:nvPr>
        </p:nvSpPr>
        <p:spPr>
          <a:xfrm>
            <a:off x="655475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90" name="Google Shape;290;p45"/>
          <p:cNvSpPr txBox="1"/>
          <p:nvPr>
            <p:ph idx="9" type="title"/>
          </p:nvPr>
        </p:nvSpPr>
        <p:spPr>
          <a:xfrm>
            <a:off x="284775" y="282900"/>
            <a:ext cx="8574900" cy="107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91" name="Google Shape;291;p45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92" name="Google Shape;292;p45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6"/>
          <p:cNvSpPr txBox="1"/>
          <p:nvPr>
            <p:ph type="title"/>
          </p:nvPr>
        </p:nvSpPr>
        <p:spPr>
          <a:xfrm>
            <a:off x="284775" y="282900"/>
            <a:ext cx="35121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95" name="Google Shape;295;p46"/>
          <p:cNvSpPr txBox="1"/>
          <p:nvPr>
            <p:ph idx="1" type="body"/>
          </p:nvPr>
        </p:nvSpPr>
        <p:spPr>
          <a:xfrm>
            <a:off x="6795150" y="509451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6" name="Google Shape;296;p46"/>
          <p:cNvSpPr txBox="1"/>
          <p:nvPr>
            <p:ph idx="2" type="title"/>
          </p:nvPr>
        </p:nvSpPr>
        <p:spPr>
          <a:xfrm>
            <a:off x="5494245" y="509451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97" name="Google Shape;297;p46"/>
          <p:cNvSpPr txBox="1"/>
          <p:nvPr>
            <p:ph idx="3" type="body"/>
          </p:nvPr>
        </p:nvSpPr>
        <p:spPr>
          <a:xfrm>
            <a:off x="6795150" y="1596758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8" name="Google Shape;298;p46"/>
          <p:cNvSpPr txBox="1"/>
          <p:nvPr>
            <p:ph idx="4" type="title"/>
          </p:nvPr>
        </p:nvSpPr>
        <p:spPr>
          <a:xfrm>
            <a:off x="5494245" y="1596758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99" name="Google Shape;299;p46"/>
          <p:cNvSpPr txBox="1"/>
          <p:nvPr>
            <p:ph idx="5" type="body"/>
          </p:nvPr>
        </p:nvSpPr>
        <p:spPr>
          <a:xfrm>
            <a:off x="6795150" y="2684065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0" name="Google Shape;300;p46"/>
          <p:cNvSpPr txBox="1"/>
          <p:nvPr>
            <p:ph idx="6" type="title"/>
          </p:nvPr>
        </p:nvSpPr>
        <p:spPr>
          <a:xfrm>
            <a:off x="5494245" y="2684065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01" name="Google Shape;301;p46"/>
          <p:cNvSpPr txBox="1"/>
          <p:nvPr>
            <p:ph idx="7" type="body"/>
          </p:nvPr>
        </p:nvSpPr>
        <p:spPr>
          <a:xfrm>
            <a:off x="6795150" y="3771372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2" name="Google Shape;302;p46"/>
          <p:cNvSpPr txBox="1"/>
          <p:nvPr>
            <p:ph idx="8" type="title"/>
          </p:nvPr>
        </p:nvSpPr>
        <p:spPr>
          <a:xfrm>
            <a:off x="5494245" y="3771372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03" name="Google Shape;303;p46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04" name="Google Shape;304;p46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05" name="Google Shape;305;p46"/>
          <p:cNvSpPr txBox="1"/>
          <p:nvPr>
            <p:ph idx="14" type="title"/>
          </p:nvPr>
        </p:nvSpPr>
        <p:spPr>
          <a:xfrm>
            <a:off x="4731400" y="509451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6" name="Google Shape;306;p46"/>
          <p:cNvSpPr txBox="1"/>
          <p:nvPr>
            <p:ph idx="15" type="title"/>
          </p:nvPr>
        </p:nvSpPr>
        <p:spPr>
          <a:xfrm>
            <a:off x="4731400" y="1596758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7" name="Google Shape;307;p46"/>
          <p:cNvSpPr txBox="1"/>
          <p:nvPr>
            <p:ph idx="16" type="title"/>
          </p:nvPr>
        </p:nvSpPr>
        <p:spPr>
          <a:xfrm>
            <a:off x="4731400" y="2684065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8" name="Google Shape;308;p46"/>
          <p:cNvSpPr txBox="1"/>
          <p:nvPr>
            <p:ph idx="17" type="title"/>
          </p:nvPr>
        </p:nvSpPr>
        <p:spPr>
          <a:xfrm>
            <a:off x="4731400" y="3771372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4">
  <p:cSld name="CUSTOM_2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7"/>
          <p:cNvSpPr txBox="1"/>
          <p:nvPr>
            <p:ph idx="1" type="body"/>
          </p:nvPr>
        </p:nvSpPr>
        <p:spPr>
          <a:xfrm>
            <a:off x="6071873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1" name="Google Shape;311;p47"/>
          <p:cNvSpPr txBox="1"/>
          <p:nvPr>
            <p:ph idx="2" type="body"/>
          </p:nvPr>
        </p:nvSpPr>
        <p:spPr>
          <a:xfrm>
            <a:off x="3178225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2" name="Google Shape;312;p47"/>
          <p:cNvSpPr txBox="1"/>
          <p:nvPr>
            <p:ph idx="3" type="body"/>
          </p:nvPr>
        </p:nvSpPr>
        <p:spPr>
          <a:xfrm>
            <a:off x="6071873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3" name="Google Shape;313;p47"/>
          <p:cNvSpPr txBox="1"/>
          <p:nvPr>
            <p:ph idx="4" type="body"/>
          </p:nvPr>
        </p:nvSpPr>
        <p:spPr>
          <a:xfrm>
            <a:off x="3178225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4" name="Google Shape;314;p47"/>
          <p:cNvSpPr txBox="1"/>
          <p:nvPr>
            <p:ph type="title"/>
          </p:nvPr>
        </p:nvSpPr>
        <p:spPr>
          <a:xfrm>
            <a:off x="3178383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5" name="Google Shape;315;p47"/>
          <p:cNvSpPr txBox="1"/>
          <p:nvPr>
            <p:ph idx="5" type="title"/>
          </p:nvPr>
        </p:nvSpPr>
        <p:spPr>
          <a:xfrm>
            <a:off x="6072048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16" name="Google Shape;316;p47"/>
          <p:cNvSpPr txBox="1"/>
          <p:nvPr>
            <p:ph idx="6" type="title"/>
          </p:nvPr>
        </p:nvSpPr>
        <p:spPr>
          <a:xfrm>
            <a:off x="3178383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17" name="Google Shape;317;p47"/>
          <p:cNvSpPr txBox="1"/>
          <p:nvPr>
            <p:ph idx="7" type="title"/>
          </p:nvPr>
        </p:nvSpPr>
        <p:spPr>
          <a:xfrm>
            <a:off x="6072048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18" name="Google Shape;318;p47"/>
          <p:cNvSpPr txBox="1"/>
          <p:nvPr>
            <p:ph idx="8" type="title"/>
          </p:nvPr>
        </p:nvSpPr>
        <p:spPr>
          <a:xfrm>
            <a:off x="284775" y="282900"/>
            <a:ext cx="2787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9" name="Google Shape;319;p47"/>
          <p:cNvSpPr txBox="1"/>
          <p:nvPr>
            <p:ph idx="9" type="body"/>
          </p:nvPr>
        </p:nvSpPr>
        <p:spPr>
          <a:xfrm>
            <a:off x="284775" y="3598975"/>
            <a:ext cx="2064000" cy="1036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320" name="Google Shape;320;p47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21" name="Google Shape;321;p47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5">
  <p:cSld name="CUSTOM_6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type="title"/>
          </p:nvPr>
        </p:nvSpPr>
        <p:spPr>
          <a:xfrm>
            <a:off x="705482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24" name="Google Shape;324;p48"/>
          <p:cNvSpPr txBox="1"/>
          <p:nvPr>
            <p:ph idx="2" type="title"/>
          </p:nvPr>
        </p:nvSpPr>
        <p:spPr>
          <a:xfrm>
            <a:off x="524965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25" name="Google Shape;325;p48"/>
          <p:cNvSpPr txBox="1"/>
          <p:nvPr>
            <p:ph idx="3" type="title"/>
          </p:nvPr>
        </p:nvSpPr>
        <p:spPr>
          <a:xfrm>
            <a:off x="344447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26" name="Google Shape;326;p48"/>
          <p:cNvSpPr txBox="1"/>
          <p:nvPr>
            <p:ph idx="4" type="title"/>
          </p:nvPr>
        </p:nvSpPr>
        <p:spPr>
          <a:xfrm>
            <a:off x="162490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27" name="Google Shape;327;p48"/>
          <p:cNvSpPr txBox="1"/>
          <p:nvPr>
            <p:ph idx="1" type="body"/>
          </p:nvPr>
        </p:nvSpPr>
        <p:spPr>
          <a:xfrm>
            <a:off x="524965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28" name="Google Shape;328;p48"/>
          <p:cNvSpPr txBox="1"/>
          <p:nvPr>
            <p:ph idx="5" type="body"/>
          </p:nvPr>
        </p:nvSpPr>
        <p:spPr>
          <a:xfrm>
            <a:off x="344447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29" name="Google Shape;329;p48"/>
          <p:cNvSpPr txBox="1"/>
          <p:nvPr>
            <p:ph idx="6"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0" name="Google Shape;330;p48"/>
          <p:cNvSpPr txBox="1"/>
          <p:nvPr>
            <p:ph idx="7" type="title"/>
          </p:nvPr>
        </p:nvSpPr>
        <p:spPr>
          <a:xfrm>
            <a:off x="284800" y="220650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1" name="Google Shape;331;p48"/>
          <p:cNvSpPr txBox="1"/>
          <p:nvPr>
            <p:ph idx="8" type="title"/>
          </p:nvPr>
        </p:nvSpPr>
        <p:spPr>
          <a:xfrm>
            <a:off x="284800" y="2939825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2" name="Google Shape;332;p48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3" name="Google Shape;333;p48"/>
          <p:cNvSpPr txBox="1"/>
          <p:nvPr>
            <p:ph idx="13" type="title"/>
          </p:nvPr>
        </p:nvSpPr>
        <p:spPr>
          <a:xfrm>
            <a:off x="284800" y="382555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4" name="Google Shape;334;p48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35" name="Google Shape;335;p48"/>
          <p:cNvSpPr txBox="1"/>
          <p:nvPr>
            <p:ph idx="15" type="body"/>
          </p:nvPr>
        </p:nvSpPr>
        <p:spPr>
          <a:xfrm>
            <a:off x="162490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36" name="Google Shape;336;p48"/>
          <p:cNvSpPr txBox="1"/>
          <p:nvPr>
            <p:ph idx="16" type="body"/>
          </p:nvPr>
        </p:nvSpPr>
        <p:spPr>
          <a:xfrm>
            <a:off x="705482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7" name="Google Shape;337;p48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6">
  <p:cSld name="CUSTOM_9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9"/>
          <p:cNvSpPr txBox="1"/>
          <p:nvPr>
            <p:ph idx="1" type="body"/>
          </p:nvPr>
        </p:nvSpPr>
        <p:spPr>
          <a:xfrm>
            <a:off x="679515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40" name="Google Shape;340;p49"/>
          <p:cNvSpPr txBox="1"/>
          <p:nvPr>
            <p:ph type="title"/>
          </p:nvPr>
        </p:nvSpPr>
        <p:spPr>
          <a:xfrm>
            <a:off x="679515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41" name="Google Shape;341;p49"/>
          <p:cNvSpPr txBox="1"/>
          <p:nvPr>
            <p:ph idx="2" type="body"/>
          </p:nvPr>
        </p:nvSpPr>
        <p:spPr>
          <a:xfrm>
            <a:off x="3901625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2" name="Google Shape;342;p49"/>
          <p:cNvSpPr txBox="1"/>
          <p:nvPr>
            <p:ph idx="3" type="body"/>
          </p:nvPr>
        </p:nvSpPr>
        <p:spPr>
          <a:xfrm>
            <a:off x="173140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3" name="Google Shape;343;p49"/>
          <p:cNvSpPr txBox="1"/>
          <p:nvPr>
            <p:ph idx="4" type="title"/>
          </p:nvPr>
        </p:nvSpPr>
        <p:spPr>
          <a:xfrm>
            <a:off x="3901625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344" name="Google Shape;344;p49"/>
          <p:cNvSpPr txBox="1"/>
          <p:nvPr>
            <p:ph idx="5" type="title"/>
          </p:nvPr>
        </p:nvSpPr>
        <p:spPr>
          <a:xfrm>
            <a:off x="173140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345" name="Google Shape;345;p49"/>
          <p:cNvSpPr/>
          <p:nvPr/>
        </p:nvSpPr>
        <p:spPr>
          <a:xfrm flipH="1">
            <a:off x="4625100" y="282925"/>
            <a:ext cx="3510900" cy="2234100"/>
          </a:xfrm>
          <a:prstGeom prst="round2DiagRect">
            <a:avLst>
              <a:gd fmla="val 13968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46" name="Google Shape;346;p49"/>
          <p:cNvSpPr txBox="1"/>
          <p:nvPr>
            <p:ph idx="6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7" name="Google Shape;347;p49"/>
          <p:cNvSpPr/>
          <p:nvPr>
            <p:ph idx="7" type="pic"/>
          </p:nvPr>
        </p:nvSpPr>
        <p:spPr>
          <a:xfrm>
            <a:off x="2561025" y="389125"/>
            <a:ext cx="1957500" cy="2025300"/>
          </a:xfrm>
          <a:prstGeom prst="roundRect">
            <a:avLst>
              <a:gd fmla="val 7835" name="adj"/>
            </a:avLst>
          </a:prstGeom>
          <a:noFill/>
          <a:ln>
            <a:noFill/>
          </a:ln>
        </p:spPr>
      </p:sp>
      <p:sp>
        <p:nvSpPr>
          <p:cNvPr id="348" name="Google Shape;348;p49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49" name="Google Shape;349;p49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">
  <p:cSld name="CUSTOM_7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0"/>
          <p:cNvSpPr txBox="1"/>
          <p:nvPr>
            <p:ph idx="1" type="body"/>
          </p:nvPr>
        </p:nvSpPr>
        <p:spPr>
          <a:xfrm>
            <a:off x="284775" y="1727100"/>
            <a:ext cx="27873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0"/>
          <p:cNvSpPr txBox="1"/>
          <p:nvPr>
            <p:ph type="title"/>
          </p:nvPr>
        </p:nvSpPr>
        <p:spPr>
          <a:xfrm>
            <a:off x="284775" y="282900"/>
            <a:ext cx="35121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53" name="Google Shape;353;p50"/>
          <p:cNvSpPr txBox="1"/>
          <p:nvPr>
            <p:ph idx="2" type="title"/>
          </p:nvPr>
        </p:nvSpPr>
        <p:spPr>
          <a:xfrm>
            <a:off x="317832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54" name="Google Shape;354;p50"/>
          <p:cNvSpPr txBox="1"/>
          <p:nvPr>
            <p:ph idx="3" type="title"/>
          </p:nvPr>
        </p:nvSpPr>
        <p:spPr>
          <a:xfrm>
            <a:off x="317832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355" name="Google Shape;355;p50"/>
          <p:cNvSpPr txBox="1"/>
          <p:nvPr>
            <p:ph idx="4" type="title"/>
          </p:nvPr>
        </p:nvSpPr>
        <p:spPr>
          <a:xfrm>
            <a:off x="607187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56" name="Google Shape;356;p50"/>
          <p:cNvSpPr txBox="1"/>
          <p:nvPr>
            <p:ph idx="5" type="title"/>
          </p:nvPr>
        </p:nvSpPr>
        <p:spPr>
          <a:xfrm>
            <a:off x="607187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57" name="Google Shape;357;p50"/>
          <p:cNvSpPr txBox="1"/>
          <p:nvPr>
            <p:ph idx="6" type="title"/>
          </p:nvPr>
        </p:nvSpPr>
        <p:spPr>
          <a:xfrm>
            <a:off x="284775" y="351165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358" name="Google Shape;358;p50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59" name="Google Shape;359;p50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 - Alt 1">
  <p:cSld name="CUSTOM_8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1"/>
          <p:cNvSpPr txBox="1"/>
          <p:nvPr>
            <p:ph idx="1" type="body"/>
          </p:nvPr>
        </p:nvSpPr>
        <p:spPr>
          <a:xfrm>
            <a:off x="1731400" y="1357250"/>
            <a:ext cx="20640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51"/>
          <p:cNvSpPr txBox="1"/>
          <p:nvPr>
            <p:ph idx="2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363" name="Google Shape;363;p51"/>
          <p:cNvSpPr txBox="1"/>
          <p:nvPr>
            <p:ph type="title"/>
          </p:nvPr>
        </p:nvSpPr>
        <p:spPr>
          <a:xfrm>
            <a:off x="3901625" y="389475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64" name="Google Shape;364;p51"/>
          <p:cNvSpPr txBox="1"/>
          <p:nvPr>
            <p:ph idx="3" type="title"/>
          </p:nvPr>
        </p:nvSpPr>
        <p:spPr>
          <a:xfrm>
            <a:off x="3901625" y="2625650"/>
            <a:ext cx="35106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65" name="Google Shape;365;p51"/>
          <p:cNvSpPr txBox="1"/>
          <p:nvPr>
            <p:ph idx="4" type="title"/>
          </p:nvPr>
        </p:nvSpPr>
        <p:spPr>
          <a:xfrm>
            <a:off x="1731400" y="314402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66" name="Google Shape;366;p51"/>
          <p:cNvSpPr txBox="1"/>
          <p:nvPr>
            <p:ph idx="5" type="title"/>
          </p:nvPr>
        </p:nvSpPr>
        <p:spPr>
          <a:xfrm>
            <a:off x="6795150" y="38947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67" name="Google Shape;367;p51"/>
          <p:cNvSpPr txBox="1"/>
          <p:nvPr>
            <p:ph idx="6" type="title"/>
          </p:nvPr>
        </p:nvSpPr>
        <p:spPr>
          <a:xfrm>
            <a:off x="7518450" y="2625650"/>
            <a:ext cx="13407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68" name="Google Shape;368;p51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69" name="Google Shape;369;p51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2">
  <p:cSld name="BLANK_1_1_1_1_1_1_1_1_1_1_1_1_1_1_1_1_1_3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2"/>
          <p:cNvSpPr txBox="1"/>
          <p:nvPr>
            <p:ph idx="1" type="body"/>
          </p:nvPr>
        </p:nvSpPr>
        <p:spPr>
          <a:xfrm>
            <a:off x="188380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72" name="Google Shape;372;p52"/>
          <p:cNvSpPr txBox="1"/>
          <p:nvPr>
            <p:ph idx="2" type="body"/>
          </p:nvPr>
        </p:nvSpPr>
        <p:spPr>
          <a:xfrm>
            <a:off x="357162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73" name="Google Shape;373;p52"/>
          <p:cNvSpPr txBox="1"/>
          <p:nvPr>
            <p:ph idx="3" type="body"/>
          </p:nvPr>
        </p:nvSpPr>
        <p:spPr>
          <a:xfrm>
            <a:off x="550065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74" name="Google Shape;374;p52"/>
          <p:cNvSpPr txBox="1"/>
          <p:nvPr>
            <p:ph idx="4" type="body"/>
          </p:nvPr>
        </p:nvSpPr>
        <p:spPr>
          <a:xfrm>
            <a:off x="718847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75" name="Google Shape;375;p52"/>
          <p:cNvSpPr txBox="1"/>
          <p:nvPr>
            <p:ph idx="5" type="subTitle"/>
          </p:nvPr>
        </p:nvSpPr>
        <p:spPr>
          <a:xfrm>
            <a:off x="188380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76" name="Google Shape;376;p52"/>
          <p:cNvSpPr/>
          <p:nvPr>
            <p:ph idx="6" type="pic"/>
          </p:nvPr>
        </p:nvSpPr>
        <p:spPr>
          <a:xfrm>
            <a:off x="1731400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377" name="Google Shape;377;p52"/>
          <p:cNvSpPr/>
          <p:nvPr>
            <p:ph idx="7" type="pic"/>
          </p:nvPr>
        </p:nvSpPr>
        <p:spPr>
          <a:xfrm>
            <a:off x="5348325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378" name="Google Shape;378;p52"/>
          <p:cNvSpPr txBox="1"/>
          <p:nvPr>
            <p:ph idx="8" type="subTitle"/>
          </p:nvPr>
        </p:nvSpPr>
        <p:spPr>
          <a:xfrm>
            <a:off x="550065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79" name="Google Shape;379;p52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0" name="Google Shape;380;p52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81" name="Google Shape;381;p52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">
  <p:cSld name="CUSTOM">
    <p:bg>
      <p:bgPr>
        <a:solidFill>
          <a:schemeClr val="lt2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3"/>
          <p:cNvSpPr txBox="1"/>
          <p:nvPr>
            <p:ph idx="1" type="subTitle"/>
          </p:nvPr>
        </p:nvSpPr>
        <p:spPr>
          <a:xfrm>
            <a:off x="679497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84" name="Google Shape;384;p53"/>
          <p:cNvSpPr/>
          <p:nvPr>
            <p:ph idx="2" type="pic"/>
          </p:nvPr>
        </p:nvSpPr>
        <p:spPr>
          <a:xfrm>
            <a:off x="245502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385" name="Google Shape;385;p53"/>
          <p:cNvSpPr txBox="1"/>
          <p:nvPr>
            <p:ph idx="3" type="subTitle"/>
          </p:nvPr>
        </p:nvSpPr>
        <p:spPr>
          <a:xfrm>
            <a:off x="245502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86" name="Google Shape;386;p53"/>
          <p:cNvSpPr/>
          <p:nvPr>
            <p:ph idx="4" type="pic"/>
          </p:nvPr>
        </p:nvSpPr>
        <p:spPr>
          <a:xfrm>
            <a:off x="462500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387" name="Google Shape;387;p53"/>
          <p:cNvSpPr txBox="1"/>
          <p:nvPr>
            <p:ph idx="5" type="subTitle"/>
          </p:nvPr>
        </p:nvSpPr>
        <p:spPr>
          <a:xfrm>
            <a:off x="462500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88" name="Google Shape;388;p53"/>
          <p:cNvSpPr/>
          <p:nvPr>
            <p:ph idx="6" type="pic"/>
          </p:nvPr>
        </p:nvSpPr>
        <p:spPr>
          <a:xfrm>
            <a:off x="28505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389" name="Google Shape;389;p53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90" name="Google Shape;390;p53"/>
          <p:cNvSpPr txBox="1"/>
          <p:nvPr>
            <p:ph idx="7" type="body"/>
          </p:nvPr>
        </p:nvSpPr>
        <p:spPr>
          <a:xfrm>
            <a:off x="28475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91" name="Google Shape;391;p53"/>
          <p:cNvSpPr txBox="1"/>
          <p:nvPr>
            <p:ph idx="8" type="subTitle"/>
          </p:nvPr>
        </p:nvSpPr>
        <p:spPr>
          <a:xfrm>
            <a:off x="28505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92" name="Google Shape;392;p53"/>
          <p:cNvSpPr txBox="1"/>
          <p:nvPr>
            <p:ph idx="9" type="body"/>
          </p:nvPr>
        </p:nvSpPr>
        <p:spPr>
          <a:xfrm>
            <a:off x="245472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93" name="Google Shape;393;p53"/>
          <p:cNvSpPr txBox="1"/>
          <p:nvPr>
            <p:ph idx="13" type="body"/>
          </p:nvPr>
        </p:nvSpPr>
        <p:spPr>
          <a:xfrm>
            <a:off x="462470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94" name="Google Shape;394;p53"/>
          <p:cNvSpPr txBox="1"/>
          <p:nvPr>
            <p:ph idx="14" type="body"/>
          </p:nvPr>
        </p:nvSpPr>
        <p:spPr>
          <a:xfrm>
            <a:off x="679467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95" name="Google Shape;395;p53"/>
          <p:cNvSpPr/>
          <p:nvPr>
            <p:ph idx="15" type="pic"/>
          </p:nvPr>
        </p:nvSpPr>
        <p:spPr>
          <a:xfrm>
            <a:off x="679497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3">
  <p:cSld name="CUSTOM_3">
    <p:bg>
      <p:bgPr>
        <a:solidFill>
          <a:schemeClr val="lt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4"/>
          <p:cNvSpPr/>
          <p:nvPr>
            <p:ph idx="2" type="pic"/>
          </p:nvPr>
        </p:nvSpPr>
        <p:spPr>
          <a:xfrm>
            <a:off x="5965025" y="3740450"/>
            <a:ext cx="2894400" cy="1116900"/>
          </a:xfrm>
          <a:prstGeom prst="roundRect">
            <a:avLst>
              <a:gd fmla="val 13273" name="adj"/>
            </a:avLst>
          </a:prstGeom>
          <a:noFill/>
          <a:ln>
            <a:noFill/>
          </a:ln>
        </p:spPr>
      </p:sp>
      <p:sp>
        <p:nvSpPr>
          <p:cNvPr id="398" name="Google Shape;398;p54"/>
          <p:cNvSpPr/>
          <p:nvPr/>
        </p:nvSpPr>
        <p:spPr>
          <a:xfrm flipH="1" rot="10800000">
            <a:off x="575775" y="282975"/>
            <a:ext cx="7992600" cy="3457500"/>
          </a:xfrm>
          <a:prstGeom prst="round2DiagRect">
            <a:avLst>
              <a:gd fmla="val 9463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9" name="Google Shape;399;p54"/>
          <p:cNvSpPr/>
          <p:nvPr/>
        </p:nvSpPr>
        <p:spPr>
          <a:xfrm flipH="1" rot="10800000">
            <a:off x="575775" y="3740475"/>
            <a:ext cx="5389200" cy="1116900"/>
          </a:xfrm>
          <a:prstGeom prst="round2DiagRect">
            <a:avLst>
              <a:gd fmla="val 1600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0" name="Google Shape;400;p54"/>
          <p:cNvSpPr/>
          <p:nvPr/>
        </p:nvSpPr>
        <p:spPr>
          <a:xfrm rot="10800000">
            <a:off x="284775" y="282975"/>
            <a:ext cx="291000" cy="4574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1" name="Google Shape;401;p54"/>
          <p:cNvSpPr/>
          <p:nvPr/>
        </p:nvSpPr>
        <p:spPr>
          <a:xfrm rot="10800000">
            <a:off x="8568225" y="282900"/>
            <a:ext cx="291000" cy="3457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2" name="Google Shape;402;p54"/>
          <p:cNvSpPr txBox="1"/>
          <p:nvPr>
            <p:ph type="title"/>
          </p:nvPr>
        </p:nvSpPr>
        <p:spPr>
          <a:xfrm>
            <a:off x="917100" y="528525"/>
            <a:ext cx="7337100" cy="29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3" name="Google Shape;403;p54"/>
          <p:cNvSpPr txBox="1"/>
          <p:nvPr>
            <p:ph idx="1" type="subTitle"/>
          </p:nvPr>
        </p:nvSpPr>
        <p:spPr>
          <a:xfrm>
            <a:off x="917100" y="3989175"/>
            <a:ext cx="4625100" cy="5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Outfit"/>
              <a:buNone/>
              <a:defRPr sz="1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1">
  <p:cSld name="CUSTOM_4">
    <p:bg>
      <p:bgPr>
        <a:solidFill>
          <a:schemeClr val="lt2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5"/>
          <p:cNvSpPr/>
          <p:nvPr>
            <p:ph idx="2" type="pic"/>
          </p:nvPr>
        </p:nvSpPr>
        <p:spPr>
          <a:xfrm>
            <a:off x="7178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55"/>
          <p:cNvSpPr/>
          <p:nvPr>
            <p:ph idx="3" type="pic"/>
          </p:nvPr>
        </p:nvSpPr>
        <p:spPr>
          <a:xfrm>
            <a:off x="28878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55"/>
          <p:cNvSpPr/>
          <p:nvPr>
            <p:ph idx="4" type="pic"/>
          </p:nvPr>
        </p:nvSpPr>
        <p:spPr>
          <a:xfrm>
            <a:off x="50579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55"/>
          <p:cNvSpPr/>
          <p:nvPr>
            <p:ph idx="5" type="pic"/>
          </p:nvPr>
        </p:nvSpPr>
        <p:spPr>
          <a:xfrm>
            <a:off x="72279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55"/>
          <p:cNvSpPr txBox="1"/>
          <p:nvPr>
            <p:ph idx="1" type="subTitle"/>
          </p:nvPr>
        </p:nvSpPr>
        <p:spPr>
          <a:xfrm>
            <a:off x="28477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0" name="Google Shape;410;p55"/>
          <p:cNvSpPr txBox="1"/>
          <p:nvPr>
            <p:ph idx="6" type="subTitle"/>
          </p:nvPr>
        </p:nvSpPr>
        <p:spPr>
          <a:xfrm>
            <a:off x="245482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55"/>
          <p:cNvSpPr txBox="1"/>
          <p:nvPr>
            <p:ph idx="7" type="subTitle"/>
          </p:nvPr>
        </p:nvSpPr>
        <p:spPr>
          <a:xfrm>
            <a:off x="462486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2" name="Google Shape;412;p55"/>
          <p:cNvSpPr txBox="1"/>
          <p:nvPr>
            <p:ph idx="8" type="subTitle"/>
          </p:nvPr>
        </p:nvSpPr>
        <p:spPr>
          <a:xfrm>
            <a:off x="679491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sz="1800">
                <a:solidFill>
                  <a:schemeClr val="lt2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3" name="Google Shape;413;p55"/>
          <p:cNvSpPr txBox="1"/>
          <p:nvPr>
            <p:ph idx="9" type="subTitle"/>
          </p:nvPr>
        </p:nvSpPr>
        <p:spPr>
          <a:xfrm>
            <a:off x="2847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4" name="Google Shape;414;p55"/>
          <p:cNvSpPr txBox="1"/>
          <p:nvPr>
            <p:ph idx="13" type="subTitle"/>
          </p:nvPr>
        </p:nvSpPr>
        <p:spPr>
          <a:xfrm>
            <a:off x="24548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5" name="Google Shape;415;p55"/>
          <p:cNvSpPr txBox="1"/>
          <p:nvPr>
            <p:ph idx="14" type="subTitle"/>
          </p:nvPr>
        </p:nvSpPr>
        <p:spPr>
          <a:xfrm>
            <a:off x="46248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6" name="Google Shape;416;p55"/>
          <p:cNvSpPr txBox="1"/>
          <p:nvPr>
            <p:ph idx="15" type="subTitle"/>
          </p:nvPr>
        </p:nvSpPr>
        <p:spPr>
          <a:xfrm>
            <a:off x="67949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7" name="Google Shape;417;p55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2">
  <p:cSld name="CUSTOM_12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6"/>
          <p:cNvSpPr txBox="1"/>
          <p:nvPr>
            <p:ph type="title"/>
          </p:nvPr>
        </p:nvSpPr>
        <p:spPr>
          <a:xfrm>
            <a:off x="3901500" y="1277850"/>
            <a:ext cx="1157700" cy="10104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0" name="Google Shape;420;p56"/>
          <p:cNvSpPr/>
          <p:nvPr>
            <p:ph idx="2" type="pic"/>
          </p:nvPr>
        </p:nvSpPr>
        <p:spPr>
          <a:xfrm>
            <a:off x="1731450" y="1277775"/>
            <a:ext cx="2062500" cy="3352200"/>
          </a:xfrm>
          <a:prstGeom prst="roundRect">
            <a:avLst>
              <a:gd fmla="val 10994" name="adj"/>
            </a:avLst>
          </a:prstGeom>
          <a:noFill/>
          <a:ln>
            <a:noFill/>
          </a:ln>
        </p:spPr>
      </p:sp>
      <p:sp>
        <p:nvSpPr>
          <p:cNvPr id="421" name="Google Shape;421;p56"/>
          <p:cNvSpPr txBox="1"/>
          <p:nvPr>
            <p:ph idx="3"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2" name="Google Shape;422;p56"/>
          <p:cNvSpPr txBox="1"/>
          <p:nvPr>
            <p:ph idx="1" type="subTitle"/>
          </p:nvPr>
        </p:nvSpPr>
        <p:spPr>
          <a:xfrm>
            <a:off x="1729925" y="1430175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56"/>
          <p:cNvSpPr txBox="1"/>
          <p:nvPr>
            <p:ph idx="4" type="title"/>
          </p:nvPr>
        </p:nvSpPr>
        <p:spPr>
          <a:xfrm>
            <a:off x="6071550" y="2401575"/>
            <a:ext cx="27879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24" name="Google Shape;424;p56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425" name="Google Shape;425;p56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426" name="Google Shape;426;p56"/>
          <p:cNvSpPr txBox="1"/>
          <p:nvPr>
            <p:ph idx="7" type="subTitle"/>
          </p:nvPr>
        </p:nvSpPr>
        <p:spPr>
          <a:xfrm>
            <a:off x="4071675" y="30617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7" name="Google Shape;427;p56"/>
          <p:cNvSpPr txBox="1"/>
          <p:nvPr>
            <p:ph idx="8" type="subTitle"/>
          </p:nvPr>
        </p:nvSpPr>
        <p:spPr>
          <a:xfrm>
            <a:off x="4071675" y="25423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28" name="Google Shape;428;p56"/>
          <p:cNvSpPr txBox="1"/>
          <p:nvPr>
            <p:ph idx="9" type="subTitle"/>
          </p:nvPr>
        </p:nvSpPr>
        <p:spPr>
          <a:xfrm>
            <a:off x="4071675" y="41786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9" name="Google Shape;429;p56"/>
          <p:cNvSpPr txBox="1"/>
          <p:nvPr>
            <p:ph idx="13" type="subTitle"/>
          </p:nvPr>
        </p:nvSpPr>
        <p:spPr>
          <a:xfrm>
            <a:off x="4071675" y="36592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able">
  <p:cSld name="CUSTOM_11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7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32" name="Google Shape;432;p57"/>
          <p:cNvSpPr txBox="1"/>
          <p:nvPr>
            <p:ph idx="1" type="subTitle"/>
          </p:nvPr>
        </p:nvSpPr>
        <p:spPr>
          <a:xfrm>
            <a:off x="24551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3" name="Google Shape;433;p57"/>
          <p:cNvSpPr txBox="1"/>
          <p:nvPr>
            <p:ph idx="2" type="subTitle"/>
          </p:nvPr>
        </p:nvSpPr>
        <p:spPr>
          <a:xfrm>
            <a:off x="46249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4" name="Google Shape;434;p57"/>
          <p:cNvSpPr txBox="1"/>
          <p:nvPr>
            <p:ph idx="3" type="subTitle"/>
          </p:nvPr>
        </p:nvSpPr>
        <p:spPr>
          <a:xfrm>
            <a:off x="67947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5" name="Google Shape;435;p57"/>
          <p:cNvSpPr txBox="1"/>
          <p:nvPr>
            <p:ph idx="4" type="subTitle"/>
          </p:nvPr>
        </p:nvSpPr>
        <p:spPr>
          <a:xfrm>
            <a:off x="391275" y="1661000"/>
            <a:ext cx="19575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6" name="Google Shape;436;p57"/>
          <p:cNvSpPr txBox="1"/>
          <p:nvPr>
            <p:ph idx="5" type="subTitle"/>
          </p:nvPr>
        </p:nvSpPr>
        <p:spPr>
          <a:xfrm>
            <a:off x="391275" y="21113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7" name="Google Shape;437;p57"/>
          <p:cNvSpPr txBox="1"/>
          <p:nvPr>
            <p:ph idx="6" type="subTitle"/>
          </p:nvPr>
        </p:nvSpPr>
        <p:spPr>
          <a:xfrm>
            <a:off x="391275" y="3160850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8" name="Google Shape;438;p57"/>
          <p:cNvSpPr txBox="1"/>
          <p:nvPr>
            <p:ph idx="7" type="subTitle"/>
          </p:nvPr>
        </p:nvSpPr>
        <p:spPr>
          <a:xfrm>
            <a:off x="391275" y="40496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9" name="Google Shape;439;p57"/>
          <p:cNvSpPr txBox="1"/>
          <p:nvPr>
            <p:ph idx="8" type="subTitle"/>
          </p:nvPr>
        </p:nvSpPr>
        <p:spPr>
          <a:xfrm>
            <a:off x="245510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40" name="Google Shape;440;p57"/>
          <p:cNvSpPr txBox="1"/>
          <p:nvPr>
            <p:ph idx="9" type="subTitle"/>
          </p:nvPr>
        </p:nvSpPr>
        <p:spPr>
          <a:xfrm>
            <a:off x="245510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41" name="Google Shape;441;p57"/>
          <p:cNvSpPr txBox="1"/>
          <p:nvPr>
            <p:ph idx="13" type="subTitle"/>
          </p:nvPr>
        </p:nvSpPr>
        <p:spPr>
          <a:xfrm>
            <a:off x="245510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42" name="Google Shape;442;p57"/>
          <p:cNvSpPr txBox="1"/>
          <p:nvPr>
            <p:ph idx="14" type="subTitle"/>
          </p:nvPr>
        </p:nvSpPr>
        <p:spPr>
          <a:xfrm>
            <a:off x="4625425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43" name="Google Shape;443;p57"/>
          <p:cNvSpPr txBox="1"/>
          <p:nvPr>
            <p:ph idx="15" type="subTitle"/>
          </p:nvPr>
        </p:nvSpPr>
        <p:spPr>
          <a:xfrm>
            <a:off x="4625425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44" name="Google Shape;444;p57"/>
          <p:cNvSpPr txBox="1"/>
          <p:nvPr>
            <p:ph idx="16" type="subTitle"/>
          </p:nvPr>
        </p:nvSpPr>
        <p:spPr>
          <a:xfrm>
            <a:off x="4625425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45" name="Google Shape;445;p57"/>
          <p:cNvSpPr txBox="1"/>
          <p:nvPr>
            <p:ph idx="17" type="subTitle"/>
          </p:nvPr>
        </p:nvSpPr>
        <p:spPr>
          <a:xfrm>
            <a:off x="679575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46" name="Google Shape;446;p57"/>
          <p:cNvSpPr txBox="1"/>
          <p:nvPr>
            <p:ph idx="18" type="subTitle"/>
          </p:nvPr>
        </p:nvSpPr>
        <p:spPr>
          <a:xfrm>
            <a:off x="679575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47" name="Google Shape;447;p57"/>
          <p:cNvSpPr txBox="1"/>
          <p:nvPr>
            <p:ph idx="19" type="subTitle"/>
          </p:nvPr>
        </p:nvSpPr>
        <p:spPr>
          <a:xfrm>
            <a:off x="679575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50" name="Google Shape;450;p5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55" name="Google Shape;455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58" name="Google Shape;458;p6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4" name="Google Shape;464;p6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9" name="Google Shape;469;p6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0" name="Google Shape;470;p6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5" name="Google Shape;475;p6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79" name="Google Shape;479;p6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0" name="Google Shape;480;p6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1" name="Google Shape;481;p6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2" name="Google Shape;482;p6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3" name="Google Shape;483;p6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4" name="Google Shape;484;p6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87" name="Google Shape;487;p7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8" name="Google Shape;488;p7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1" name="Google Shape;491;p7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7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3" name="Google Shape;493;p7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4" name="Google Shape;494;p7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7" name="Google Shape;497;p7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8" name="Google Shape;498;p7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9" name="Google Shape;499;p7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0" name="Google Shape;500;p7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7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7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5" name="Google Shape;505;p7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6" name="Google Shape;506;p7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7" name="Google Shape;507;p7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8" name="Google Shape;508;p7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9" name="Google Shape;509;p7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0" name="Google Shape;510;p7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1" name="Google Shape;511;p7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2" name="Google Shape;512;p7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515" name="Google Shape;515;p7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7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8" name="Google Shape;518;p7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9" name="Google Shape;519;p7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7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1" name="Google Shape;521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522" name="Google Shape;522;p7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3" name="Google Shape;523;p7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6" name="Google Shape;526;p7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7" name="Google Shape;527;p7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8" name="Google Shape;528;p7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9" name="Google Shape;529;p7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30" name="Google Shape;530;p7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31" name="Google Shape;531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532" name="Google Shape;532;p7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3" name="Google Shape;533;p7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4" name="Google Shape;534;p7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7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7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7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2" name="Google Shape;542;p7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7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4" name="Google Shape;544;p7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545" name="Google Shape;545;p7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6" name="Google Shape;546;p7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7" name="Google Shape;547;p7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1" type="title">
  <p:cSld name="TITLE">
    <p:bg>
      <p:bgPr>
        <a:solidFill>
          <a:srgbClr val="57068C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79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551" name="Google Shape;551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79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3" name="Google Shape;553;p79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4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67.xml"/><Relationship Id="rId42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68.xml"/><Relationship Id="rId44" Type="http://schemas.openxmlformats.org/officeDocument/2006/relationships/slideLayout" Target="../slideLayouts/slideLayout71.xml"/><Relationship Id="rId43" Type="http://schemas.openxmlformats.org/officeDocument/2006/relationships/slideLayout" Target="../slideLayouts/slideLayout70.xml"/><Relationship Id="rId46" Type="http://schemas.openxmlformats.org/officeDocument/2006/relationships/slideLayout" Target="../slideLayouts/slideLayout73.xml"/><Relationship Id="rId45" Type="http://schemas.openxmlformats.org/officeDocument/2006/relationships/slideLayout" Target="../slideLayouts/slideLayout72.xml"/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48" Type="http://schemas.openxmlformats.org/officeDocument/2006/relationships/slideLayout" Target="../slideLayouts/slideLayout75.xml"/><Relationship Id="rId47" Type="http://schemas.openxmlformats.org/officeDocument/2006/relationships/slideLayout" Target="../slideLayouts/slideLayout74.xml"/><Relationship Id="rId49" Type="http://schemas.openxmlformats.org/officeDocument/2006/relationships/slideLayout" Target="../slideLayouts/slideLayout7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57.xml"/><Relationship Id="rId33" Type="http://schemas.openxmlformats.org/officeDocument/2006/relationships/slideLayout" Target="../slideLayouts/slideLayout60.xml"/><Relationship Id="rId32" Type="http://schemas.openxmlformats.org/officeDocument/2006/relationships/slideLayout" Target="../slideLayouts/slideLayout59.xml"/><Relationship Id="rId35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61.xml"/><Relationship Id="rId37" Type="http://schemas.openxmlformats.org/officeDocument/2006/relationships/slideLayout" Target="../slideLayouts/slideLayout64.xml"/><Relationship Id="rId36" Type="http://schemas.openxmlformats.org/officeDocument/2006/relationships/slideLayout" Target="../slideLayouts/slideLayout63.xml"/><Relationship Id="rId39" Type="http://schemas.openxmlformats.org/officeDocument/2006/relationships/slideLayout" Target="../slideLayouts/slideLayout66.xml"/><Relationship Id="rId38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49.xml"/><Relationship Id="rId21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54.xml"/><Relationship Id="rId29" Type="http://schemas.openxmlformats.org/officeDocument/2006/relationships/slideLayout" Target="../slideLayouts/slideLayout56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ExtraBold"/>
              <a:buNone/>
              <a:defRPr b="0" i="0" sz="4200" u="none" cap="none" strike="noStrike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284775" y="282900"/>
            <a:ext cx="5681100" cy="22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41" name="Google Shape;141;p30"/>
          <p:cNvSpPr txBox="1"/>
          <p:nvPr>
            <p:ph idx="1" type="body"/>
          </p:nvPr>
        </p:nvSpPr>
        <p:spPr>
          <a:xfrm>
            <a:off x="284775" y="2629050"/>
            <a:ext cx="3493500" cy="19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81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78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7">
          <p15:clr>
            <a:srgbClr val="E46962"/>
          </p15:clr>
        </p15:guide>
        <p15:guide id="6" pos="2913">
          <p15:clr>
            <a:srgbClr val="E46962"/>
          </p15:clr>
        </p15:guide>
        <p15:guide id="7" pos="568">
          <p15:clr>
            <a:srgbClr val="E46962"/>
          </p15:clr>
        </p15:guide>
        <p15:guide id="8" pos="635">
          <p15:clr>
            <a:srgbClr val="E46962"/>
          </p15:clr>
        </p15:guide>
        <p15:guide id="9" pos="4213">
          <p15:clr>
            <a:srgbClr val="E46962"/>
          </p15:clr>
        </p15:guide>
        <p15:guide id="10" pos="4280">
          <p15:clr>
            <a:srgbClr val="E46962"/>
          </p15:clr>
        </p15:guide>
        <p15:guide id="11" pos="3758">
          <p15:clr>
            <a:srgbClr val="E46962"/>
          </p15:clr>
        </p15:guide>
        <p15:guide id="12" pos="3825">
          <p15:clr>
            <a:srgbClr val="E46962"/>
          </p15:clr>
        </p15:guide>
        <p15:guide id="13" pos="1024">
          <p15:clr>
            <a:srgbClr val="E46962"/>
          </p15:clr>
        </p15:guide>
        <p15:guide id="14" pos="1091">
          <p15:clr>
            <a:srgbClr val="E46962"/>
          </p15:clr>
        </p15:guide>
        <p15:guide id="15" orient="horz" pos="245">
          <p15:clr>
            <a:srgbClr val="E46962"/>
          </p15:clr>
        </p15:guide>
        <p15:guide id="16" orient="horz" pos="2993">
          <p15:clr>
            <a:srgbClr val="E46962"/>
          </p15:clr>
        </p15:guide>
        <p15:guide id="17" orient="horz" pos="882">
          <p15:clr>
            <a:srgbClr val="E46962"/>
          </p15:clr>
        </p15:guide>
        <p15:guide id="18" orient="horz" pos="949">
          <p15:clr>
            <a:srgbClr val="E46962"/>
          </p15:clr>
        </p15:guide>
        <p15:guide id="19" orient="horz" pos="2289">
          <p15:clr>
            <a:srgbClr val="E46962"/>
          </p15:clr>
        </p15:guide>
        <p15:guide id="20" orient="horz" pos="2356">
          <p15:clr>
            <a:srgbClr val="E46962"/>
          </p15:clr>
        </p15:guide>
        <p15:guide id="21" pos="1479">
          <p15:clr>
            <a:srgbClr val="E46962"/>
          </p15:clr>
        </p15:guide>
        <p15:guide id="22" pos="1546">
          <p15:clr>
            <a:srgbClr val="E46962"/>
          </p15:clr>
        </p15:guide>
        <p15:guide id="23" pos="1935">
          <p15:clr>
            <a:srgbClr val="E46962"/>
          </p15:clr>
        </p15:guide>
        <p15:guide id="24" pos="2002">
          <p15:clr>
            <a:srgbClr val="E46962"/>
          </p15:clr>
        </p15:guide>
        <p15:guide id="25" pos="2391">
          <p15:clr>
            <a:srgbClr val="E46962"/>
          </p15:clr>
        </p15:guide>
        <p15:guide id="26" pos="2458">
          <p15:clr>
            <a:srgbClr val="E46962"/>
          </p15:clr>
        </p15:guide>
        <p15:guide id="27" pos="3302">
          <p15:clr>
            <a:srgbClr val="E46962"/>
          </p15:clr>
        </p15:guide>
        <p15:guide id="28" pos="3369">
          <p15:clr>
            <a:srgbClr val="E46962"/>
          </p15:clr>
        </p15:guide>
        <p15:guide id="29" pos="4669">
          <p15:clr>
            <a:srgbClr val="E46962"/>
          </p15:clr>
        </p15:guide>
        <p15:guide id="30" pos="4736">
          <p15:clr>
            <a:srgbClr val="E46962"/>
          </p15:clr>
        </p15:guide>
        <p15:guide id="31" pos="5125">
          <p15:clr>
            <a:srgbClr val="E46962"/>
          </p15:clr>
        </p15:guide>
        <p15:guide id="32" pos="5192">
          <p15:clr>
            <a:srgbClr val="E46962"/>
          </p15:clr>
        </p15:guide>
        <p15:guide id="33" orient="horz" pos="1585">
          <p15:clr>
            <a:srgbClr val="E46962"/>
          </p15:clr>
        </p15:guide>
        <p15:guide id="34" orient="horz" pos="1653">
          <p15:clr>
            <a:srgbClr val="E46962"/>
          </p15:clr>
        </p15:guide>
        <p15:guide id="35" orient="horz" pos="290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localhost:5173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69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UNICC AI Safety Council</a:t>
            </a:r>
            <a:endParaRPr sz="6900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559" name="Google Shape;559;p80"/>
          <p:cNvSpPr txBox="1"/>
          <p:nvPr>
            <p:ph idx="1" type="subTitle"/>
          </p:nvPr>
        </p:nvSpPr>
        <p:spPr>
          <a:xfrm>
            <a:off x="380299" y="3119750"/>
            <a:ext cx="70143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n">
                <a:latin typeface="Manrope"/>
                <a:ea typeface="Manrope"/>
                <a:cs typeface="Manrope"/>
                <a:sym typeface="Manrope"/>
              </a:rPr>
              <a:t>Zhiyuan Gao, Junjie Yang, Ziyuan Cheng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b="1" i="1" lang="en">
                <a:latin typeface="Manrope"/>
                <a:ea typeface="Manrope"/>
                <a:cs typeface="Manrope"/>
                <a:sym typeface="Manrope"/>
              </a:rPr>
              <a:t>Multi-Expert AI Safety Evaluation System for UNICC</a:t>
            </a:r>
            <a:endParaRPr b="1" i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0" name="Google Shape;560;p80"/>
          <p:cNvSpPr txBox="1"/>
          <p:nvPr>
            <p:ph idx="2" type="body"/>
          </p:nvPr>
        </p:nvSpPr>
        <p:spPr>
          <a:xfrm>
            <a:off x="416649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Manrope ExtraBold"/>
                <a:ea typeface="Manrope ExtraBold"/>
                <a:cs typeface="Manrope ExtraBold"/>
                <a:sym typeface="Manrope ExtraBold"/>
              </a:rPr>
              <a:t>April 14, 2026</a:t>
            </a:r>
            <a:endParaRPr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81"/>
          <p:cNvSpPr/>
          <p:nvPr/>
        </p:nvSpPr>
        <p:spPr>
          <a:xfrm rot="-5400000">
            <a:off x="6686000" y="436138"/>
            <a:ext cx="902700" cy="24216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3625" lIns="73625" spcFirstLastPara="1" rIns="73625" wrap="square" tIns="7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7">
              <a:solidFill>
                <a:schemeClr val="dk1"/>
              </a:solidFill>
            </a:endParaRPr>
          </a:p>
        </p:txBody>
      </p:sp>
      <p:sp>
        <p:nvSpPr>
          <p:cNvPr id="566" name="Google Shape;566;p81"/>
          <p:cNvSpPr/>
          <p:nvPr/>
        </p:nvSpPr>
        <p:spPr>
          <a:xfrm rot="-5400000">
            <a:off x="6772156" y="1010638"/>
            <a:ext cx="902700" cy="12726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73625" lIns="73625" spcFirstLastPara="1" rIns="73625" wrap="square" tIns="7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7">
              <a:solidFill>
                <a:schemeClr val="dk1"/>
              </a:solidFill>
            </a:endParaRPr>
          </a:p>
        </p:txBody>
      </p:sp>
      <p:sp>
        <p:nvSpPr>
          <p:cNvPr id="567" name="Google Shape;567;p81"/>
          <p:cNvSpPr/>
          <p:nvPr/>
        </p:nvSpPr>
        <p:spPr>
          <a:xfrm rot="-5400000">
            <a:off x="6662100" y="1644063"/>
            <a:ext cx="902700" cy="24084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73625" lIns="73625" spcFirstLastPara="1" rIns="73625" wrap="square" tIns="7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7">
              <a:solidFill>
                <a:schemeClr val="dk1"/>
              </a:solidFill>
            </a:endParaRPr>
          </a:p>
        </p:txBody>
      </p:sp>
      <p:sp>
        <p:nvSpPr>
          <p:cNvPr id="568" name="Google Shape;568;p81"/>
          <p:cNvSpPr/>
          <p:nvPr/>
        </p:nvSpPr>
        <p:spPr>
          <a:xfrm rot="-5400000">
            <a:off x="6685999" y="2280813"/>
            <a:ext cx="902700" cy="11349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73625" lIns="73625" spcFirstLastPara="1" rIns="73625" wrap="square" tIns="7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7">
              <a:solidFill>
                <a:schemeClr val="dk1"/>
              </a:solidFill>
            </a:endParaRPr>
          </a:p>
        </p:txBody>
      </p:sp>
      <p:sp>
        <p:nvSpPr>
          <p:cNvPr id="569" name="Google Shape;569;p81"/>
          <p:cNvSpPr/>
          <p:nvPr/>
        </p:nvSpPr>
        <p:spPr>
          <a:xfrm rot="-5400000">
            <a:off x="6686000" y="2788388"/>
            <a:ext cx="902700" cy="24351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73625" lIns="73625" spcFirstLastPara="1" rIns="73625" wrap="square" tIns="7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7">
              <a:solidFill>
                <a:schemeClr val="dk1"/>
              </a:solidFill>
            </a:endParaRPr>
          </a:p>
        </p:txBody>
      </p:sp>
      <p:sp>
        <p:nvSpPr>
          <p:cNvPr id="570" name="Google Shape;570;p81"/>
          <p:cNvSpPr/>
          <p:nvPr/>
        </p:nvSpPr>
        <p:spPr>
          <a:xfrm rot="-5400000">
            <a:off x="6705401" y="3429638"/>
            <a:ext cx="902700" cy="11526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73625" lIns="73625" spcFirstLastPara="1" rIns="73625" wrap="square" tIns="7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7">
              <a:solidFill>
                <a:schemeClr val="dk1"/>
              </a:solidFill>
            </a:endParaRPr>
          </a:p>
        </p:txBody>
      </p:sp>
      <p:sp>
        <p:nvSpPr>
          <p:cNvPr id="571" name="Google Shape;571;p81"/>
          <p:cNvSpPr txBox="1"/>
          <p:nvPr>
            <p:ph type="title"/>
          </p:nvPr>
        </p:nvSpPr>
        <p:spPr>
          <a:xfrm>
            <a:off x="231400" y="166650"/>
            <a:ext cx="76482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5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UNICC AI Safety Council – System Pipeline</a:t>
            </a:r>
            <a:endParaRPr sz="4100"/>
          </a:p>
        </p:txBody>
      </p:sp>
      <p:sp>
        <p:nvSpPr>
          <p:cNvPr id="572" name="Google Shape;572;p81"/>
          <p:cNvSpPr txBox="1"/>
          <p:nvPr>
            <p:ph idx="8" type="title"/>
          </p:nvPr>
        </p:nvSpPr>
        <p:spPr>
          <a:xfrm>
            <a:off x="6566201" y="3693938"/>
            <a:ext cx="1182900" cy="294300"/>
          </a:xfrm>
          <a:prstGeom prst="rect">
            <a:avLst/>
          </a:prstGeom>
        </p:spPr>
        <p:txBody>
          <a:bodyPr anchorCtr="0" anchor="t" bIns="73625" lIns="73625" spcFirstLastPara="1" rIns="73625" wrap="square" tIns="73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DETERMINISM</a:t>
            </a:r>
            <a:endParaRPr sz="1449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lock icon" id="573" name="Google Shape;573;p81"/>
          <p:cNvSpPr/>
          <p:nvPr/>
        </p:nvSpPr>
        <p:spPr>
          <a:xfrm>
            <a:off x="6071872" y="2717648"/>
            <a:ext cx="148613" cy="149156"/>
          </a:xfrm>
          <a:custGeom>
            <a:rect b="b" l="l" r="r" t="t"/>
            <a:pathLst>
              <a:path extrusionOk="0" h="36247" w="36247">
                <a:moveTo>
                  <a:pt x="16670" y="8578"/>
                </a:moveTo>
                <a:lnTo>
                  <a:pt x="16670" y="18677"/>
                </a:lnTo>
                <a:lnTo>
                  <a:pt x="24764" y="26770"/>
                </a:lnTo>
                <a:lnTo>
                  <a:pt x="26770" y="24764"/>
                </a:lnTo>
                <a:lnTo>
                  <a:pt x="19576" y="17501"/>
                </a:lnTo>
                <a:lnTo>
                  <a:pt x="19576" y="8578"/>
                </a:lnTo>
                <a:close/>
                <a:moveTo>
                  <a:pt x="18123" y="2837"/>
                </a:moveTo>
                <a:lnTo>
                  <a:pt x="19645" y="2906"/>
                </a:lnTo>
                <a:lnTo>
                  <a:pt x="21167" y="3113"/>
                </a:lnTo>
                <a:lnTo>
                  <a:pt x="22619" y="3459"/>
                </a:lnTo>
                <a:lnTo>
                  <a:pt x="24003" y="3943"/>
                </a:lnTo>
                <a:lnTo>
                  <a:pt x="25317" y="4566"/>
                </a:lnTo>
                <a:lnTo>
                  <a:pt x="26562" y="5327"/>
                </a:lnTo>
                <a:lnTo>
                  <a:pt x="27807" y="6226"/>
                </a:lnTo>
                <a:lnTo>
                  <a:pt x="28914" y="7333"/>
                </a:lnTo>
                <a:lnTo>
                  <a:pt x="29952" y="8440"/>
                </a:lnTo>
                <a:lnTo>
                  <a:pt x="30851" y="9685"/>
                </a:lnTo>
                <a:lnTo>
                  <a:pt x="31612" y="10930"/>
                </a:lnTo>
                <a:lnTo>
                  <a:pt x="32303" y="12244"/>
                </a:lnTo>
                <a:lnTo>
                  <a:pt x="32788" y="13627"/>
                </a:lnTo>
                <a:lnTo>
                  <a:pt x="33133" y="15080"/>
                </a:lnTo>
                <a:lnTo>
                  <a:pt x="33341" y="16533"/>
                </a:lnTo>
                <a:lnTo>
                  <a:pt x="33410" y="18124"/>
                </a:lnTo>
                <a:lnTo>
                  <a:pt x="33341" y="19645"/>
                </a:lnTo>
                <a:lnTo>
                  <a:pt x="33133" y="21167"/>
                </a:lnTo>
                <a:lnTo>
                  <a:pt x="32788" y="22620"/>
                </a:lnTo>
                <a:lnTo>
                  <a:pt x="32303" y="24003"/>
                </a:lnTo>
                <a:lnTo>
                  <a:pt x="31612" y="25317"/>
                </a:lnTo>
                <a:lnTo>
                  <a:pt x="30851" y="26563"/>
                </a:lnTo>
                <a:lnTo>
                  <a:pt x="29952" y="27808"/>
                </a:lnTo>
                <a:lnTo>
                  <a:pt x="28914" y="28914"/>
                </a:lnTo>
                <a:lnTo>
                  <a:pt x="27807" y="29952"/>
                </a:lnTo>
                <a:lnTo>
                  <a:pt x="26562" y="30851"/>
                </a:lnTo>
                <a:lnTo>
                  <a:pt x="25317" y="31612"/>
                </a:lnTo>
                <a:lnTo>
                  <a:pt x="24003" y="32304"/>
                </a:lnTo>
                <a:lnTo>
                  <a:pt x="22619" y="32788"/>
                </a:lnTo>
                <a:lnTo>
                  <a:pt x="21167" y="33134"/>
                </a:lnTo>
                <a:lnTo>
                  <a:pt x="19645" y="33341"/>
                </a:lnTo>
                <a:lnTo>
                  <a:pt x="18123" y="33411"/>
                </a:lnTo>
                <a:lnTo>
                  <a:pt x="16532" y="33341"/>
                </a:lnTo>
                <a:lnTo>
                  <a:pt x="15080" y="33134"/>
                </a:lnTo>
                <a:lnTo>
                  <a:pt x="13627" y="32788"/>
                </a:lnTo>
                <a:lnTo>
                  <a:pt x="12243" y="32304"/>
                </a:lnTo>
                <a:lnTo>
                  <a:pt x="10929" y="31612"/>
                </a:lnTo>
                <a:lnTo>
                  <a:pt x="9684" y="30851"/>
                </a:lnTo>
                <a:lnTo>
                  <a:pt x="8439" y="29952"/>
                </a:lnTo>
                <a:lnTo>
                  <a:pt x="7332" y="28914"/>
                </a:lnTo>
                <a:lnTo>
                  <a:pt x="6225" y="27808"/>
                </a:lnTo>
                <a:lnTo>
                  <a:pt x="5326" y="26563"/>
                </a:lnTo>
                <a:lnTo>
                  <a:pt x="4565" y="25317"/>
                </a:lnTo>
                <a:lnTo>
                  <a:pt x="3943" y="24003"/>
                </a:lnTo>
                <a:lnTo>
                  <a:pt x="3459" y="22620"/>
                </a:lnTo>
                <a:lnTo>
                  <a:pt x="3113" y="21167"/>
                </a:lnTo>
                <a:lnTo>
                  <a:pt x="2905" y="19645"/>
                </a:lnTo>
                <a:lnTo>
                  <a:pt x="2836" y="18124"/>
                </a:lnTo>
                <a:lnTo>
                  <a:pt x="2905" y="16533"/>
                </a:lnTo>
                <a:lnTo>
                  <a:pt x="3113" y="15080"/>
                </a:lnTo>
                <a:lnTo>
                  <a:pt x="3459" y="13627"/>
                </a:lnTo>
                <a:lnTo>
                  <a:pt x="3943" y="12244"/>
                </a:lnTo>
                <a:lnTo>
                  <a:pt x="4565" y="10930"/>
                </a:lnTo>
                <a:lnTo>
                  <a:pt x="5326" y="9685"/>
                </a:lnTo>
                <a:lnTo>
                  <a:pt x="6225" y="8440"/>
                </a:lnTo>
                <a:lnTo>
                  <a:pt x="7332" y="7333"/>
                </a:lnTo>
                <a:lnTo>
                  <a:pt x="8439" y="6226"/>
                </a:lnTo>
                <a:lnTo>
                  <a:pt x="9684" y="5327"/>
                </a:lnTo>
                <a:lnTo>
                  <a:pt x="10929" y="4566"/>
                </a:lnTo>
                <a:lnTo>
                  <a:pt x="12243" y="3943"/>
                </a:lnTo>
                <a:lnTo>
                  <a:pt x="13627" y="3459"/>
                </a:lnTo>
                <a:lnTo>
                  <a:pt x="15080" y="3113"/>
                </a:lnTo>
                <a:lnTo>
                  <a:pt x="16532" y="2906"/>
                </a:lnTo>
                <a:lnTo>
                  <a:pt x="18123" y="2837"/>
                </a:lnTo>
                <a:close/>
                <a:moveTo>
                  <a:pt x="17155" y="1"/>
                </a:moveTo>
                <a:lnTo>
                  <a:pt x="16255" y="70"/>
                </a:lnTo>
                <a:lnTo>
                  <a:pt x="15356" y="208"/>
                </a:lnTo>
                <a:lnTo>
                  <a:pt x="14457" y="346"/>
                </a:lnTo>
                <a:lnTo>
                  <a:pt x="13558" y="554"/>
                </a:lnTo>
                <a:lnTo>
                  <a:pt x="12728" y="761"/>
                </a:lnTo>
                <a:lnTo>
                  <a:pt x="11898" y="1038"/>
                </a:lnTo>
                <a:lnTo>
                  <a:pt x="11068" y="1384"/>
                </a:lnTo>
                <a:lnTo>
                  <a:pt x="9407" y="2214"/>
                </a:lnTo>
                <a:lnTo>
                  <a:pt x="7955" y="3113"/>
                </a:lnTo>
                <a:lnTo>
                  <a:pt x="7263" y="3598"/>
                </a:lnTo>
                <a:lnTo>
                  <a:pt x="6571" y="4151"/>
                </a:lnTo>
                <a:lnTo>
                  <a:pt x="5880" y="4704"/>
                </a:lnTo>
                <a:lnTo>
                  <a:pt x="5257" y="5258"/>
                </a:lnTo>
                <a:lnTo>
                  <a:pt x="4704" y="5880"/>
                </a:lnTo>
                <a:lnTo>
                  <a:pt x="4150" y="6572"/>
                </a:lnTo>
                <a:lnTo>
                  <a:pt x="3597" y="7264"/>
                </a:lnTo>
                <a:lnTo>
                  <a:pt x="3113" y="7955"/>
                </a:lnTo>
                <a:lnTo>
                  <a:pt x="2214" y="9477"/>
                </a:lnTo>
                <a:lnTo>
                  <a:pt x="1383" y="11068"/>
                </a:lnTo>
                <a:lnTo>
                  <a:pt x="1038" y="11898"/>
                </a:lnTo>
                <a:lnTo>
                  <a:pt x="761" y="12728"/>
                </a:lnTo>
                <a:lnTo>
                  <a:pt x="553" y="13558"/>
                </a:lnTo>
                <a:lnTo>
                  <a:pt x="346" y="14458"/>
                </a:lnTo>
                <a:lnTo>
                  <a:pt x="208" y="15357"/>
                </a:lnTo>
                <a:lnTo>
                  <a:pt x="69" y="16256"/>
                </a:lnTo>
                <a:lnTo>
                  <a:pt x="0" y="17155"/>
                </a:lnTo>
                <a:lnTo>
                  <a:pt x="0" y="18124"/>
                </a:lnTo>
                <a:lnTo>
                  <a:pt x="0" y="19023"/>
                </a:lnTo>
                <a:lnTo>
                  <a:pt x="69" y="19991"/>
                </a:lnTo>
                <a:lnTo>
                  <a:pt x="208" y="20890"/>
                </a:lnTo>
                <a:lnTo>
                  <a:pt x="346" y="21790"/>
                </a:lnTo>
                <a:lnTo>
                  <a:pt x="553" y="22620"/>
                </a:lnTo>
                <a:lnTo>
                  <a:pt x="761" y="23519"/>
                </a:lnTo>
                <a:lnTo>
                  <a:pt x="1038" y="24349"/>
                </a:lnTo>
                <a:lnTo>
                  <a:pt x="1383" y="25179"/>
                </a:lnTo>
                <a:lnTo>
                  <a:pt x="2214" y="26770"/>
                </a:lnTo>
                <a:lnTo>
                  <a:pt x="3113" y="28292"/>
                </a:lnTo>
                <a:lnTo>
                  <a:pt x="3597" y="28984"/>
                </a:lnTo>
                <a:lnTo>
                  <a:pt x="4150" y="29675"/>
                </a:lnTo>
                <a:lnTo>
                  <a:pt x="4704" y="30298"/>
                </a:lnTo>
                <a:lnTo>
                  <a:pt x="5257" y="30920"/>
                </a:lnTo>
                <a:lnTo>
                  <a:pt x="5880" y="31543"/>
                </a:lnTo>
                <a:lnTo>
                  <a:pt x="6571" y="32096"/>
                </a:lnTo>
                <a:lnTo>
                  <a:pt x="7263" y="32650"/>
                </a:lnTo>
                <a:lnTo>
                  <a:pt x="7955" y="33134"/>
                </a:lnTo>
                <a:lnTo>
                  <a:pt x="9477" y="34033"/>
                </a:lnTo>
                <a:lnTo>
                  <a:pt x="11068" y="34794"/>
                </a:lnTo>
                <a:lnTo>
                  <a:pt x="11898" y="35140"/>
                </a:lnTo>
                <a:lnTo>
                  <a:pt x="12728" y="35417"/>
                </a:lnTo>
                <a:lnTo>
                  <a:pt x="13558" y="35693"/>
                </a:lnTo>
                <a:lnTo>
                  <a:pt x="14457" y="35901"/>
                </a:lnTo>
                <a:lnTo>
                  <a:pt x="15356" y="36039"/>
                </a:lnTo>
                <a:lnTo>
                  <a:pt x="16255" y="36177"/>
                </a:lnTo>
                <a:lnTo>
                  <a:pt x="17155" y="36247"/>
                </a:lnTo>
                <a:lnTo>
                  <a:pt x="19022" y="36247"/>
                </a:lnTo>
                <a:lnTo>
                  <a:pt x="19991" y="36177"/>
                </a:lnTo>
                <a:lnTo>
                  <a:pt x="20890" y="36039"/>
                </a:lnTo>
                <a:lnTo>
                  <a:pt x="21789" y="35901"/>
                </a:lnTo>
                <a:lnTo>
                  <a:pt x="22619" y="35693"/>
                </a:lnTo>
                <a:lnTo>
                  <a:pt x="23519" y="35417"/>
                </a:lnTo>
                <a:lnTo>
                  <a:pt x="24349" y="35140"/>
                </a:lnTo>
                <a:lnTo>
                  <a:pt x="25179" y="34794"/>
                </a:lnTo>
                <a:lnTo>
                  <a:pt x="26770" y="34033"/>
                </a:lnTo>
                <a:lnTo>
                  <a:pt x="28291" y="33134"/>
                </a:lnTo>
                <a:lnTo>
                  <a:pt x="28983" y="32650"/>
                </a:lnTo>
                <a:lnTo>
                  <a:pt x="29675" y="32096"/>
                </a:lnTo>
                <a:lnTo>
                  <a:pt x="30297" y="31543"/>
                </a:lnTo>
                <a:lnTo>
                  <a:pt x="30920" y="30920"/>
                </a:lnTo>
                <a:lnTo>
                  <a:pt x="31542" y="30298"/>
                </a:lnTo>
                <a:lnTo>
                  <a:pt x="32096" y="29675"/>
                </a:lnTo>
                <a:lnTo>
                  <a:pt x="32649" y="28984"/>
                </a:lnTo>
                <a:lnTo>
                  <a:pt x="33133" y="28292"/>
                </a:lnTo>
                <a:lnTo>
                  <a:pt x="34033" y="26770"/>
                </a:lnTo>
                <a:lnTo>
                  <a:pt x="34794" y="25179"/>
                </a:lnTo>
                <a:lnTo>
                  <a:pt x="35139" y="24349"/>
                </a:lnTo>
                <a:lnTo>
                  <a:pt x="35416" y="23519"/>
                </a:lnTo>
                <a:lnTo>
                  <a:pt x="35693" y="22620"/>
                </a:lnTo>
                <a:lnTo>
                  <a:pt x="35900" y="21790"/>
                </a:lnTo>
                <a:lnTo>
                  <a:pt x="36039" y="20890"/>
                </a:lnTo>
                <a:lnTo>
                  <a:pt x="36177" y="19991"/>
                </a:lnTo>
                <a:lnTo>
                  <a:pt x="36246" y="19023"/>
                </a:lnTo>
                <a:lnTo>
                  <a:pt x="36246" y="18124"/>
                </a:lnTo>
                <a:lnTo>
                  <a:pt x="36246" y="17155"/>
                </a:lnTo>
                <a:lnTo>
                  <a:pt x="36177" y="16256"/>
                </a:lnTo>
                <a:lnTo>
                  <a:pt x="36039" y="15357"/>
                </a:lnTo>
                <a:lnTo>
                  <a:pt x="35900" y="14458"/>
                </a:lnTo>
                <a:lnTo>
                  <a:pt x="35693" y="13558"/>
                </a:lnTo>
                <a:lnTo>
                  <a:pt x="35416" y="12728"/>
                </a:lnTo>
                <a:lnTo>
                  <a:pt x="35139" y="11898"/>
                </a:lnTo>
                <a:lnTo>
                  <a:pt x="34794" y="11068"/>
                </a:lnTo>
                <a:lnTo>
                  <a:pt x="34033" y="9408"/>
                </a:lnTo>
                <a:lnTo>
                  <a:pt x="33133" y="7955"/>
                </a:lnTo>
                <a:lnTo>
                  <a:pt x="32649" y="7264"/>
                </a:lnTo>
                <a:lnTo>
                  <a:pt x="32096" y="6572"/>
                </a:lnTo>
                <a:lnTo>
                  <a:pt x="31542" y="5880"/>
                </a:lnTo>
                <a:lnTo>
                  <a:pt x="30920" y="5258"/>
                </a:lnTo>
                <a:lnTo>
                  <a:pt x="30297" y="4704"/>
                </a:lnTo>
                <a:lnTo>
                  <a:pt x="29675" y="4151"/>
                </a:lnTo>
                <a:lnTo>
                  <a:pt x="28983" y="3598"/>
                </a:lnTo>
                <a:lnTo>
                  <a:pt x="28291" y="3113"/>
                </a:lnTo>
                <a:lnTo>
                  <a:pt x="26770" y="2214"/>
                </a:lnTo>
                <a:lnTo>
                  <a:pt x="25179" y="1384"/>
                </a:lnTo>
                <a:lnTo>
                  <a:pt x="24349" y="1038"/>
                </a:lnTo>
                <a:lnTo>
                  <a:pt x="23519" y="761"/>
                </a:lnTo>
                <a:lnTo>
                  <a:pt x="22619" y="554"/>
                </a:lnTo>
                <a:lnTo>
                  <a:pt x="21789" y="346"/>
                </a:lnTo>
                <a:lnTo>
                  <a:pt x="20890" y="208"/>
                </a:lnTo>
                <a:lnTo>
                  <a:pt x="19991" y="70"/>
                </a:lnTo>
                <a:lnTo>
                  <a:pt x="1902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73625" lIns="73625" spcFirstLastPara="1" rIns="73625" wrap="square" tIns="7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7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descr="Clock icon" id="574" name="Google Shape;574;p81"/>
          <p:cNvSpPr/>
          <p:nvPr/>
        </p:nvSpPr>
        <p:spPr>
          <a:xfrm>
            <a:off x="6082422" y="3873198"/>
            <a:ext cx="148613" cy="149156"/>
          </a:xfrm>
          <a:custGeom>
            <a:rect b="b" l="l" r="r" t="t"/>
            <a:pathLst>
              <a:path extrusionOk="0" h="36247" w="36247">
                <a:moveTo>
                  <a:pt x="16670" y="8578"/>
                </a:moveTo>
                <a:lnTo>
                  <a:pt x="16670" y="18677"/>
                </a:lnTo>
                <a:lnTo>
                  <a:pt x="24764" y="26770"/>
                </a:lnTo>
                <a:lnTo>
                  <a:pt x="26770" y="24764"/>
                </a:lnTo>
                <a:lnTo>
                  <a:pt x="19576" y="17501"/>
                </a:lnTo>
                <a:lnTo>
                  <a:pt x="19576" y="8578"/>
                </a:lnTo>
                <a:close/>
                <a:moveTo>
                  <a:pt x="18123" y="2837"/>
                </a:moveTo>
                <a:lnTo>
                  <a:pt x="19645" y="2906"/>
                </a:lnTo>
                <a:lnTo>
                  <a:pt x="21167" y="3113"/>
                </a:lnTo>
                <a:lnTo>
                  <a:pt x="22619" y="3459"/>
                </a:lnTo>
                <a:lnTo>
                  <a:pt x="24003" y="3943"/>
                </a:lnTo>
                <a:lnTo>
                  <a:pt x="25317" y="4566"/>
                </a:lnTo>
                <a:lnTo>
                  <a:pt x="26562" y="5327"/>
                </a:lnTo>
                <a:lnTo>
                  <a:pt x="27807" y="6226"/>
                </a:lnTo>
                <a:lnTo>
                  <a:pt x="28914" y="7333"/>
                </a:lnTo>
                <a:lnTo>
                  <a:pt x="29952" y="8440"/>
                </a:lnTo>
                <a:lnTo>
                  <a:pt x="30851" y="9685"/>
                </a:lnTo>
                <a:lnTo>
                  <a:pt x="31612" y="10930"/>
                </a:lnTo>
                <a:lnTo>
                  <a:pt x="32303" y="12244"/>
                </a:lnTo>
                <a:lnTo>
                  <a:pt x="32788" y="13627"/>
                </a:lnTo>
                <a:lnTo>
                  <a:pt x="33133" y="15080"/>
                </a:lnTo>
                <a:lnTo>
                  <a:pt x="33341" y="16533"/>
                </a:lnTo>
                <a:lnTo>
                  <a:pt x="33410" y="18124"/>
                </a:lnTo>
                <a:lnTo>
                  <a:pt x="33341" y="19645"/>
                </a:lnTo>
                <a:lnTo>
                  <a:pt x="33133" y="21167"/>
                </a:lnTo>
                <a:lnTo>
                  <a:pt x="32788" y="22620"/>
                </a:lnTo>
                <a:lnTo>
                  <a:pt x="32303" y="24003"/>
                </a:lnTo>
                <a:lnTo>
                  <a:pt x="31612" y="25317"/>
                </a:lnTo>
                <a:lnTo>
                  <a:pt x="30851" y="26563"/>
                </a:lnTo>
                <a:lnTo>
                  <a:pt x="29952" y="27808"/>
                </a:lnTo>
                <a:lnTo>
                  <a:pt x="28914" y="28914"/>
                </a:lnTo>
                <a:lnTo>
                  <a:pt x="27807" y="29952"/>
                </a:lnTo>
                <a:lnTo>
                  <a:pt x="26562" y="30851"/>
                </a:lnTo>
                <a:lnTo>
                  <a:pt x="25317" y="31612"/>
                </a:lnTo>
                <a:lnTo>
                  <a:pt x="24003" y="32304"/>
                </a:lnTo>
                <a:lnTo>
                  <a:pt x="22619" y="32788"/>
                </a:lnTo>
                <a:lnTo>
                  <a:pt x="21167" y="33134"/>
                </a:lnTo>
                <a:lnTo>
                  <a:pt x="19645" y="33341"/>
                </a:lnTo>
                <a:lnTo>
                  <a:pt x="18123" y="33411"/>
                </a:lnTo>
                <a:lnTo>
                  <a:pt x="16532" y="33341"/>
                </a:lnTo>
                <a:lnTo>
                  <a:pt x="15080" y="33134"/>
                </a:lnTo>
                <a:lnTo>
                  <a:pt x="13627" y="32788"/>
                </a:lnTo>
                <a:lnTo>
                  <a:pt x="12243" y="32304"/>
                </a:lnTo>
                <a:lnTo>
                  <a:pt x="10929" y="31612"/>
                </a:lnTo>
                <a:lnTo>
                  <a:pt x="9684" y="30851"/>
                </a:lnTo>
                <a:lnTo>
                  <a:pt x="8439" y="29952"/>
                </a:lnTo>
                <a:lnTo>
                  <a:pt x="7332" y="28914"/>
                </a:lnTo>
                <a:lnTo>
                  <a:pt x="6225" y="27808"/>
                </a:lnTo>
                <a:lnTo>
                  <a:pt x="5326" y="26563"/>
                </a:lnTo>
                <a:lnTo>
                  <a:pt x="4565" y="25317"/>
                </a:lnTo>
                <a:lnTo>
                  <a:pt x="3943" y="24003"/>
                </a:lnTo>
                <a:lnTo>
                  <a:pt x="3459" y="22620"/>
                </a:lnTo>
                <a:lnTo>
                  <a:pt x="3113" y="21167"/>
                </a:lnTo>
                <a:lnTo>
                  <a:pt x="2905" y="19645"/>
                </a:lnTo>
                <a:lnTo>
                  <a:pt x="2836" y="18124"/>
                </a:lnTo>
                <a:lnTo>
                  <a:pt x="2905" y="16533"/>
                </a:lnTo>
                <a:lnTo>
                  <a:pt x="3113" y="15080"/>
                </a:lnTo>
                <a:lnTo>
                  <a:pt x="3459" y="13627"/>
                </a:lnTo>
                <a:lnTo>
                  <a:pt x="3943" y="12244"/>
                </a:lnTo>
                <a:lnTo>
                  <a:pt x="4565" y="10930"/>
                </a:lnTo>
                <a:lnTo>
                  <a:pt x="5326" y="9685"/>
                </a:lnTo>
                <a:lnTo>
                  <a:pt x="6225" y="8440"/>
                </a:lnTo>
                <a:lnTo>
                  <a:pt x="7332" y="7333"/>
                </a:lnTo>
                <a:lnTo>
                  <a:pt x="8439" y="6226"/>
                </a:lnTo>
                <a:lnTo>
                  <a:pt x="9684" y="5327"/>
                </a:lnTo>
                <a:lnTo>
                  <a:pt x="10929" y="4566"/>
                </a:lnTo>
                <a:lnTo>
                  <a:pt x="12243" y="3943"/>
                </a:lnTo>
                <a:lnTo>
                  <a:pt x="13627" y="3459"/>
                </a:lnTo>
                <a:lnTo>
                  <a:pt x="15080" y="3113"/>
                </a:lnTo>
                <a:lnTo>
                  <a:pt x="16532" y="2906"/>
                </a:lnTo>
                <a:lnTo>
                  <a:pt x="18123" y="2837"/>
                </a:lnTo>
                <a:close/>
                <a:moveTo>
                  <a:pt x="17155" y="1"/>
                </a:moveTo>
                <a:lnTo>
                  <a:pt x="16255" y="70"/>
                </a:lnTo>
                <a:lnTo>
                  <a:pt x="15356" y="208"/>
                </a:lnTo>
                <a:lnTo>
                  <a:pt x="14457" y="346"/>
                </a:lnTo>
                <a:lnTo>
                  <a:pt x="13558" y="554"/>
                </a:lnTo>
                <a:lnTo>
                  <a:pt x="12728" y="761"/>
                </a:lnTo>
                <a:lnTo>
                  <a:pt x="11898" y="1038"/>
                </a:lnTo>
                <a:lnTo>
                  <a:pt x="11068" y="1384"/>
                </a:lnTo>
                <a:lnTo>
                  <a:pt x="9407" y="2214"/>
                </a:lnTo>
                <a:lnTo>
                  <a:pt x="7955" y="3113"/>
                </a:lnTo>
                <a:lnTo>
                  <a:pt x="7263" y="3598"/>
                </a:lnTo>
                <a:lnTo>
                  <a:pt x="6571" y="4151"/>
                </a:lnTo>
                <a:lnTo>
                  <a:pt x="5880" y="4704"/>
                </a:lnTo>
                <a:lnTo>
                  <a:pt x="5257" y="5258"/>
                </a:lnTo>
                <a:lnTo>
                  <a:pt x="4704" y="5880"/>
                </a:lnTo>
                <a:lnTo>
                  <a:pt x="4150" y="6572"/>
                </a:lnTo>
                <a:lnTo>
                  <a:pt x="3597" y="7264"/>
                </a:lnTo>
                <a:lnTo>
                  <a:pt x="3113" y="7955"/>
                </a:lnTo>
                <a:lnTo>
                  <a:pt x="2214" y="9477"/>
                </a:lnTo>
                <a:lnTo>
                  <a:pt x="1383" y="11068"/>
                </a:lnTo>
                <a:lnTo>
                  <a:pt x="1038" y="11898"/>
                </a:lnTo>
                <a:lnTo>
                  <a:pt x="761" y="12728"/>
                </a:lnTo>
                <a:lnTo>
                  <a:pt x="553" y="13558"/>
                </a:lnTo>
                <a:lnTo>
                  <a:pt x="346" y="14458"/>
                </a:lnTo>
                <a:lnTo>
                  <a:pt x="208" y="15357"/>
                </a:lnTo>
                <a:lnTo>
                  <a:pt x="69" y="16256"/>
                </a:lnTo>
                <a:lnTo>
                  <a:pt x="0" y="17155"/>
                </a:lnTo>
                <a:lnTo>
                  <a:pt x="0" y="18124"/>
                </a:lnTo>
                <a:lnTo>
                  <a:pt x="0" y="19023"/>
                </a:lnTo>
                <a:lnTo>
                  <a:pt x="69" y="19991"/>
                </a:lnTo>
                <a:lnTo>
                  <a:pt x="208" y="20890"/>
                </a:lnTo>
                <a:lnTo>
                  <a:pt x="346" y="21790"/>
                </a:lnTo>
                <a:lnTo>
                  <a:pt x="553" y="22620"/>
                </a:lnTo>
                <a:lnTo>
                  <a:pt x="761" y="23519"/>
                </a:lnTo>
                <a:lnTo>
                  <a:pt x="1038" y="24349"/>
                </a:lnTo>
                <a:lnTo>
                  <a:pt x="1383" y="25179"/>
                </a:lnTo>
                <a:lnTo>
                  <a:pt x="2214" y="26770"/>
                </a:lnTo>
                <a:lnTo>
                  <a:pt x="3113" y="28292"/>
                </a:lnTo>
                <a:lnTo>
                  <a:pt x="3597" y="28984"/>
                </a:lnTo>
                <a:lnTo>
                  <a:pt x="4150" y="29675"/>
                </a:lnTo>
                <a:lnTo>
                  <a:pt x="4704" y="30298"/>
                </a:lnTo>
                <a:lnTo>
                  <a:pt x="5257" y="30920"/>
                </a:lnTo>
                <a:lnTo>
                  <a:pt x="5880" y="31543"/>
                </a:lnTo>
                <a:lnTo>
                  <a:pt x="6571" y="32096"/>
                </a:lnTo>
                <a:lnTo>
                  <a:pt x="7263" y="32650"/>
                </a:lnTo>
                <a:lnTo>
                  <a:pt x="7955" y="33134"/>
                </a:lnTo>
                <a:lnTo>
                  <a:pt x="9477" y="34033"/>
                </a:lnTo>
                <a:lnTo>
                  <a:pt x="11068" y="34794"/>
                </a:lnTo>
                <a:lnTo>
                  <a:pt x="11898" y="35140"/>
                </a:lnTo>
                <a:lnTo>
                  <a:pt x="12728" y="35417"/>
                </a:lnTo>
                <a:lnTo>
                  <a:pt x="13558" y="35693"/>
                </a:lnTo>
                <a:lnTo>
                  <a:pt x="14457" y="35901"/>
                </a:lnTo>
                <a:lnTo>
                  <a:pt x="15356" y="36039"/>
                </a:lnTo>
                <a:lnTo>
                  <a:pt x="16255" y="36177"/>
                </a:lnTo>
                <a:lnTo>
                  <a:pt x="17155" y="36247"/>
                </a:lnTo>
                <a:lnTo>
                  <a:pt x="19022" y="36247"/>
                </a:lnTo>
                <a:lnTo>
                  <a:pt x="19991" y="36177"/>
                </a:lnTo>
                <a:lnTo>
                  <a:pt x="20890" y="36039"/>
                </a:lnTo>
                <a:lnTo>
                  <a:pt x="21789" y="35901"/>
                </a:lnTo>
                <a:lnTo>
                  <a:pt x="22619" y="35693"/>
                </a:lnTo>
                <a:lnTo>
                  <a:pt x="23519" y="35417"/>
                </a:lnTo>
                <a:lnTo>
                  <a:pt x="24349" y="35140"/>
                </a:lnTo>
                <a:lnTo>
                  <a:pt x="25179" y="34794"/>
                </a:lnTo>
                <a:lnTo>
                  <a:pt x="26770" y="34033"/>
                </a:lnTo>
                <a:lnTo>
                  <a:pt x="28291" y="33134"/>
                </a:lnTo>
                <a:lnTo>
                  <a:pt x="28983" y="32650"/>
                </a:lnTo>
                <a:lnTo>
                  <a:pt x="29675" y="32096"/>
                </a:lnTo>
                <a:lnTo>
                  <a:pt x="30297" y="31543"/>
                </a:lnTo>
                <a:lnTo>
                  <a:pt x="30920" y="30920"/>
                </a:lnTo>
                <a:lnTo>
                  <a:pt x="31542" y="30298"/>
                </a:lnTo>
                <a:lnTo>
                  <a:pt x="32096" y="29675"/>
                </a:lnTo>
                <a:lnTo>
                  <a:pt x="32649" y="28984"/>
                </a:lnTo>
                <a:lnTo>
                  <a:pt x="33133" y="28292"/>
                </a:lnTo>
                <a:lnTo>
                  <a:pt x="34033" y="26770"/>
                </a:lnTo>
                <a:lnTo>
                  <a:pt x="34794" y="25179"/>
                </a:lnTo>
                <a:lnTo>
                  <a:pt x="35139" y="24349"/>
                </a:lnTo>
                <a:lnTo>
                  <a:pt x="35416" y="23519"/>
                </a:lnTo>
                <a:lnTo>
                  <a:pt x="35693" y="22620"/>
                </a:lnTo>
                <a:lnTo>
                  <a:pt x="35900" y="21790"/>
                </a:lnTo>
                <a:lnTo>
                  <a:pt x="36039" y="20890"/>
                </a:lnTo>
                <a:lnTo>
                  <a:pt x="36177" y="19991"/>
                </a:lnTo>
                <a:lnTo>
                  <a:pt x="36246" y="19023"/>
                </a:lnTo>
                <a:lnTo>
                  <a:pt x="36246" y="18124"/>
                </a:lnTo>
                <a:lnTo>
                  <a:pt x="36246" y="17155"/>
                </a:lnTo>
                <a:lnTo>
                  <a:pt x="36177" y="16256"/>
                </a:lnTo>
                <a:lnTo>
                  <a:pt x="36039" y="15357"/>
                </a:lnTo>
                <a:lnTo>
                  <a:pt x="35900" y="14458"/>
                </a:lnTo>
                <a:lnTo>
                  <a:pt x="35693" y="13558"/>
                </a:lnTo>
                <a:lnTo>
                  <a:pt x="35416" y="12728"/>
                </a:lnTo>
                <a:lnTo>
                  <a:pt x="35139" y="11898"/>
                </a:lnTo>
                <a:lnTo>
                  <a:pt x="34794" y="11068"/>
                </a:lnTo>
                <a:lnTo>
                  <a:pt x="34033" y="9408"/>
                </a:lnTo>
                <a:lnTo>
                  <a:pt x="33133" y="7955"/>
                </a:lnTo>
                <a:lnTo>
                  <a:pt x="32649" y="7264"/>
                </a:lnTo>
                <a:lnTo>
                  <a:pt x="32096" y="6572"/>
                </a:lnTo>
                <a:lnTo>
                  <a:pt x="31542" y="5880"/>
                </a:lnTo>
                <a:lnTo>
                  <a:pt x="30920" y="5258"/>
                </a:lnTo>
                <a:lnTo>
                  <a:pt x="30297" y="4704"/>
                </a:lnTo>
                <a:lnTo>
                  <a:pt x="29675" y="4151"/>
                </a:lnTo>
                <a:lnTo>
                  <a:pt x="28983" y="3598"/>
                </a:lnTo>
                <a:lnTo>
                  <a:pt x="28291" y="3113"/>
                </a:lnTo>
                <a:lnTo>
                  <a:pt x="26770" y="2214"/>
                </a:lnTo>
                <a:lnTo>
                  <a:pt x="25179" y="1384"/>
                </a:lnTo>
                <a:lnTo>
                  <a:pt x="24349" y="1038"/>
                </a:lnTo>
                <a:lnTo>
                  <a:pt x="23519" y="761"/>
                </a:lnTo>
                <a:lnTo>
                  <a:pt x="22619" y="554"/>
                </a:lnTo>
                <a:lnTo>
                  <a:pt x="21789" y="346"/>
                </a:lnTo>
                <a:lnTo>
                  <a:pt x="20890" y="208"/>
                </a:lnTo>
                <a:lnTo>
                  <a:pt x="19991" y="70"/>
                </a:lnTo>
                <a:lnTo>
                  <a:pt x="1902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73625" lIns="73625" spcFirstLastPara="1" rIns="73625" wrap="square" tIns="7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7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descr="Clock icon" id="575" name="Google Shape;575;p81"/>
          <p:cNvSpPr/>
          <p:nvPr/>
        </p:nvSpPr>
        <p:spPr>
          <a:xfrm>
            <a:off x="6084722" y="1506379"/>
            <a:ext cx="148613" cy="149156"/>
          </a:xfrm>
          <a:custGeom>
            <a:rect b="b" l="l" r="r" t="t"/>
            <a:pathLst>
              <a:path extrusionOk="0" h="36247" w="36247">
                <a:moveTo>
                  <a:pt x="16670" y="8578"/>
                </a:moveTo>
                <a:lnTo>
                  <a:pt x="16670" y="18677"/>
                </a:lnTo>
                <a:lnTo>
                  <a:pt x="24764" y="26770"/>
                </a:lnTo>
                <a:lnTo>
                  <a:pt x="26770" y="24764"/>
                </a:lnTo>
                <a:lnTo>
                  <a:pt x="19576" y="17501"/>
                </a:lnTo>
                <a:lnTo>
                  <a:pt x="19576" y="8578"/>
                </a:lnTo>
                <a:close/>
                <a:moveTo>
                  <a:pt x="18123" y="2837"/>
                </a:moveTo>
                <a:lnTo>
                  <a:pt x="19645" y="2906"/>
                </a:lnTo>
                <a:lnTo>
                  <a:pt x="21167" y="3113"/>
                </a:lnTo>
                <a:lnTo>
                  <a:pt x="22619" y="3459"/>
                </a:lnTo>
                <a:lnTo>
                  <a:pt x="24003" y="3943"/>
                </a:lnTo>
                <a:lnTo>
                  <a:pt x="25317" y="4566"/>
                </a:lnTo>
                <a:lnTo>
                  <a:pt x="26562" y="5327"/>
                </a:lnTo>
                <a:lnTo>
                  <a:pt x="27807" y="6226"/>
                </a:lnTo>
                <a:lnTo>
                  <a:pt x="28914" y="7333"/>
                </a:lnTo>
                <a:lnTo>
                  <a:pt x="29952" y="8440"/>
                </a:lnTo>
                <a:lnTo>
                  <a:pt x="30851" y="9685"/>
                </a:lnTo>
                <a:lnTo>
                  <a:pt x="31612" y="10930"/>
                </a:lnTo>
                <a:lnTo>
                  <a:pt x="32303" y="12244"/>
                </a:lnTo>
                <a:lnTo>
                  <a:pt x="32788" y="13627"/>
                </a:lnTo>
                <a:lnTo>
                  <a:pt x="33133" y="15080"/>
                </a:lnTo>
                <a:lnTo>
                  <a:pt x="33341" y="16533"/>
                </a:lnTo>
                <a:lnTo>
                  <a:pt x="33410" y="18124"/>
                </a:lnTo>
                <a:lnTo>
                  <a:pt x="33341" y="19645"/>
                </a:lnTo>
                <a:lnTo>
                  <a:pt x="33133" y="21167"/>
                </a:lnTo>
                <a:lnTo>
                  <a:pt x="32788" y="22620"/>
                </a:lnTo>
                <a:lnTo>
                  <a:pt x="32303" y="24003"/>
                </a:lnTo>
                <a:lnTo>
                  <a:pt x="31612" y="25317"/>
                </a:lnTo>
                <a:lnTo>
                  <a:pt x="30851" y="26563"/>
                </a:lnTo>
                <a:lnTo>
                  <a:pt x="29952" y="27808"/>
                </a:lnTo>
                <a:lnTo>
                  <a:pt x="28914" y="28914"/>
                </a:lnTo>
                <a:lnTo>
                  <a:pt x="27807" y="29952"/>
                </a:lnTo>
                <a:lnTo>
                  <a:pt x="26562" y="30851"/>
                </a:lnTo>
                <a:lnTo>
                  <a:pt x="25317" y="31612"/>
                </a:lnTo>
                <a:lnTo>
                  <a:pt x="24003" y="32304"/>
                </a:lnTo>
                <a:lnTo>
                  <a:pt x="22619" y="32788"/>
                </a:lnTo>
                <a:lnTo>
                  <a:pt x="21167" y="33134"/>
                </a:lnTo>
                <a:lnTo>
                  <a:pt x="19645" y="33341"/>
                </a:lnTo>
                <a:lnTo>
                  <a:pt x="18123" y="33411"/>
                </a:lnTo>
                <a:lnTo>
                  <a:pt x="16532" y="33341"/>
                </a:lnTo>
                <a:lnTo>
                  <a:pt x="15080" y="33134"/>
                </a:lnTo>
                <a:lnTo>
                  <a:pt x="13627" y="32788"/>
                </a:lnTo>
                <a:lnTo>
                  <a:pt x="12243" y="32304"/>
                </a:lnTo>
                <a:lnTo>
                  <a:pt x="10929" y="31612"/>
                </a:lnTo>
                <a:lnTo>
                  <a:pt x="9684" y="30851"/>
                </a:lnTo>
                <a:lnTo>
                  <a:pt x="8439" y="29952"/>
                </a:lnTo>
                <a:lnTo>
                  <a:pt x="7332" y="28914"/>
                </a:lnTo>
                <a:lnTo>
                  <a:pt x="6225" y="27808"/>
                </a:lnTo>
                <a:lnTo>
                  <a:pt x="5326" y="26563"/>
                </a:lnTo>
                <a:lnTo>
                  <a:pt x="4565" y="25317"/>
                </a:lnTo>
                <a:lnTo>
                  <a:pt x="3943" y="24003"/>
                </a:lnTo>
                <a:lnTo>
                  <a:pt x="3459" y="22620"/>
                </a:lnTo>
                <a:lnTo>
                  <a:pt x="3113" y="21167"/>
                </a:lnTo>
                <a:lnTo>
                  <a:pt x="2905" y="19645"/>
                </a:lnTo>
                <a:lnTo>
                  <a:pt x="2836" y="18124"/>
                </a:lnTo>
                <a:lnTo>
                  <a:pt x="2905" y="16533"/>
                </a:lnTo>
                <a:lnTo>
                  <a:pt x="3113" y="15080"/>
                </a:lnTo>
                <a:lnTo>
                  <a:pt x="3459" y="13627"/>
                </a:lnTo>
                <a:lnTo>
                  <a:pt x="3943" y="12244"/>
                </a:lnTo>
                <a:lnTo>
                  <a:pt x="4565" y="10930"/>
                </a:lnTo>
                <a:lnTo>
                  <a:pt x="5326" y="9685"/>
                </a:lnTo>
                <a:lnTo>
                  <a:pt x="6225" y="8440"/>
                </a:lnTo>
                <a:lnTo>
                  <a:pt x="7332" y="7333"/>
                </a:lnTo>
                <a:lnTo>
                  <a:pt x="8439" y="6226"/>
                </a:lnTo>
                <a:lnTo>
                  <a:pt x="9684" y="5327"/>
                </a:lnTo>
                <a:lnTo>
                  <a:pt x="10929" y="4566"/>
                </a:lnTo>
                <a:lnTo>
                  <a:pt x="12243" y="3943"/>
                </a:lnTo>
                <a:lnTo>
                  <a:pt x="13627" y="3459"/>
                </a:lnTo>
                <a:lnTo>
                  <a:pt x="15080" y="3113"/>
                </a:lnTo>
                <a:lnTo>
                  <a:pt x="16532" y="2906"/>
                </a:lnTo>
                <a:lnTo>
                  <a:pt x="18123" y="2837"/>
                </a:lnTo>
                <a:close/>
                <a:moveTo>
                  <a:pt x="17155" y="1"/>
                </a:moveTo>
                <a:lnTo>
                  <a:pt x="16255" y="70"/>
                </a:lnTo>
                <a:lnTo>
                  <a:pt x="15356" y="208"/>
                </a:lnTo>
                <a:lnTo>
                  <a:pt x="14457" y="346"/>
                </a:lnTo>
                <a:lnTo>
                  <a:pt x="13558" y="554"/>
                </a:lnTo>
                <a:lnTo>
                  <a:pt x="12728" y="761"/>
                </a:lnTo>
                <a:lnTo>
                  <a:pt x="11898" y="1038"/>
                </a:lnTo>
                <a:lnTo>
                  <a:pt x="11068" y="1384"/>
                </a:lnTo>
                <a:lnTo>
                  <a:pt x="9407" y="2214"/>
                </a:lnTo>
                <a:lnTo>
                  <a:pt x="7955" y="3113"/>
                </a:lnTo>
                <a:lnTo>
                  <a:pt x="7263" y="3598"/>
                </a:lnTo>
                <a:lnTo>
                  <a:pt x="6571" y="4151"/>
                </a:lnTo>
                <a:lnTo>
                  <a:pt x="5880" y="4704"/>
                </a:lnTo>
                <a:lnTo>
                  <a:pt x="5257" y="5258"/>
                </a:lnTo>
                <a:lnTo>
                  <a:pt x="4704" y="5880"/>
                </a:lnTo>
                <a:lnTo>
                  <a:pt x="4150" y="6572"/>
                </a:lnTo>
                <a:lnTo>
                  <a:pt x="3597" y="7264"/>
                </a:lnTo>
                <a:lnTo>
                  <a:pt x="3113" y="7955"/>
                </a:lnTo>
                <a:lnTo>
                  <a:pt x="2214" y="9477"/>
                </a:lnTo>
                <a:lnTo>
                  <a:pt x="1383" y="11068"/>
                </a:lnTo>
                <a:lnTo>
                  <a:pt x="1038" y="11898"/>
                </a:lnTo>
                <a:lnTo>
                  <a:pt x="761" y="12728"/>
                </a:lnTo>
                <a:lnTo>
                  <a:pt x="553" y="13558"/>
                </a:lnTo>
                <a:lnTo>
                  <a:pt x="346" y="14458"/>
                </a:lnTo>
                <a:lnTo>
                  <a:pt x="208" y="15357"/>
                </a:lnTo>
                <a:lnTo>
                  <a:pt x="69" y="16256"/>
                </a:lnTo>
                <a:lnTo>
                  <a:pt x="0" y="17155"/>
                </a:lnTo>
                <a:lnTo>
                  <a:pt x="0" y="18124"/>
                </a:lnTo>
                <a:lnTo>
                  <a:pt x="0" y="19023"/>
                </a:lnTo>
                <a:lnTo>
                  <a:pt x="69" y="19991"/>
                </a:lnTo>
                <a:lnTo>
                  <a:pt x="208" y="20890"/>
                </a:lnTo>
                <a:lnTo>
                  <a:pt x="346" y="21790"/>
                </a:lnTo>
                <a:lnTo>
                  <a:pt x="553" y="22620"/>
                </a:lnTo>
                <a:lnTo>
                  <a:pt x="761" y="23519"/>
                </a:lnTo>
                <a:lnTo>
                  <a:pt x="1038" y="24349"/>
                </a:lnTo>
                <a:lnTo>
                  <a:pt x="1383" y="25179"/>
                </a:lnTo>
                <a:lnTo>
                  <a:pt x="2214" y="26770"/>
                </a:lnTo>
                <a:lnTo>
                  <a:pt x="3113" y="28292"/>
                </a:lnTo>
                <a:lnTo>
                  <a:pt x="3597" y="28984"/>
                </a:lnTo>
                <a:lnTo>
                  <a:pt x="4150" y="29675"/>
                </a:lnTo>
                <a:lnTo>
                  <a:pt x="4704" y="30298"/>
                </a:lnTo>
                <a:lnTo>
                  <a:pt x="5257" y="30920"/>
                </a:lnTo>
                <a:lnTo>
                  <a:pt x="5880" y="31543"/>
                </a:lnTo>
                <a:lnTo>
                  <a:pt x="6571" y="32096"/>
                </a:lnTo>
                <a:lnTo>
                  <a:pt x="7263" y="32650"/>
                </a:lnTo>
                <a:lnTo>
                  <a:pt x="7955" y="33134"/>
                </a:lnTo>
                <a:lnTo>
                  <a:pt x="9477" y="34033"/>
                </a:lnTo>
                <a:lnTo>
                  <a:pt x="11068" y="34794"/>
                </a:lnTo>
                <a:lnTo>
                  <a:pt x="11898" y="35140"/>
                </a:lnTo>
                <a:lnTo>
                  <a:pt x="12728" y="35417"/>
                </a:lnTo>
                <a:lnTo>
                  <a:pt x="13558" y="35693"/>
                </a:lnTo>
                <a:lnTo>
                  <a:pt x="14457" y="35901"/>
                </a:lnTo>
                <a:lnTo>
                  <a:pt x="15356" y="36039"/>
                </a:lnTo>
                <a:lnTo>
                  <a:pt x="16255" y="36177"/>
                </a:lnTo>
                <a:lnTo>
                  <a:pt x="17155" y="36247"/>
                </a:lnTo>
                <a:lnTo>
                  <a:pt x="19022" y="36247"/>
                </a:lnTo>
                <a:lnTo>
                  <a:pt x="19991" y="36177"/>
                </a:lnTo>
                <a:lnTo>
                  <a:pt x="20890" y="36039"/>
                </a:lnTo>
                <a:lnTo>
                  <a:pt x="21789" y="35901"/>
                </a:lnTo>
                <a:lnTo>
                  <a:pt x="22619" y="35693"/>
                </a:lnTo>
                <a:lnTo>
                  <a:pt x="23519" y="35417"/>
                </a:lnTo>
                <a:lnTo>
                  <a:pt x="24349" y="35140"/>
                </a:lnTo>
                <a:lnTo>
                  <a:pt x="25179" y="34794"/>
                </a:lnTo>
                <a:lnTo>
                  <a:pt x="26770" y="34033"/>
                </a:lnTo>
                <a:lnTo>
                  <a:pt x="28291" y="33134"/>
                </a:lnTo>
                <a:lnTo>
                  <a:pt x="28983" y="32650"/>
                </a:lnTo>
                <a:lnTo>
                  <a:pt x="29675" y="32096"/>
                </a:lnTo>
                <a:lnTo>
                  <a:pt x="30297" y="31543"/>
                </a:lnTo>
                <a:lnTo>
                  <a:pt x="30920" y="30920"/>
                </a:lnTo>
                <a:lnTo>
                  <a:pt x="31542" y="30298"/>
                </a:lnTo>
                <a:lnTo>
                  <a:pt x="32096" y="29675"/>
                </a:lnTo>
                <a:lnTo>
                  <a:pt x="32649" y="28984"/>
                </a:lnTo>
                <a:lnTo>
                  <a:pt x="33133" y="28292"/>
                </a:lnTo>
                <a:lnTo>
                  <a:pt x="34033" y="26770"/>
                </a:lnTo>
                <a:lnTo>
                  <a:pt x="34794" y="25179"/>
                </a:lnTo>
                <a:lnTo>
                  <a:pt x="35139" y="24349"/>
                </a:lnTo>
                <a:lnTo>
                  <a:pt x="35416" y="23519"/>
                </a:lnTo>
                <a:lnTo>
                  <a:pt x="35693" y="22620"/>
                </a:lnTo>
                <a:lnTo>
                  <a:pt x="35900" y="21790"/>
                </a:lnTo>
                <a:lnTo>
                  <a:pt x="36039" y="20890"/>
                </a:lnTo>
                <a:lnTo>
                  <a:pt x="36177" y="19991"/>
                </a:lnTo>
                <a:lnTo>
                  <a:pt x="36246" y="19023"/>
                </a:lnTo>
                <a:lnTo>
                  <a:pt x="36246" y="18124"/>
                </a:lnTo>
                <a:lnTo>
                  <a:pt x="36246" y="17155"/>
                </a:lnTo>
                <a:lnTo>
                  <a:pt x="36177" y="16256"/>
                </a:lnTo>
                <a:lnTo>
                  <a:pt x="36039" y="15357"/>
                </a:lnTo>
                <a:lnTo>
                  <a:pt x="35900" y="14458"/>
                </a:lnTo>
                <a:lnTo>
                  <a:pt x="35693" y="13558"/>
                </a:lnTo>
                <a:lnTo>
                  <a:pt x="35416" y="12728"/>
                </a:lnTo>
                <a:lnTo>
                  <a:pt x="35139" y="11898"/>
                </a:lnTo>
                <a:lnTo>
                  <a:pt x="34794" y="11068"/>
                </a:lnTo>
                <a:lnTo>
                  <a:pt x="34033" y="9408"/>
                </a:lnTo>
                <a:lnTo>
                  <a:pt x="33133" y="7955"/>
                </a:lnTo>
                <a:lnTo>
                  <a:pt x="32649" y="7264"/>
                </a:lnTo>
                <a:lnTo>
                  <a:pt x="32096" y="6572"/>
                </a:lnTo>
                <a:lnTo>
                  <a:pt x="31542" y="5880"/>
                </a:lnTo>
                <a:lnTo>
                  <a:pt x="30920" y="5258"/>
                </a:lnTo>
                <a:lnTo>
                  <a:pt x="30297" y="4704"/>
                </a:lnTo>
                <a:lnTo>
                  <a:pt x="29675" y="4151"/>
                </a:lnTo>
                <a:lnTo>
                  <a:pt x="28983" y="3598"/>
                </a:lnTo>
                <a:lnTo>
                  <a:pt x="28291" y="3113"/>
                </a:lnTo>
                <a:lnTo>
                  <a:pt x="26770" y="2214"/>
                </a:lnTo>
                <a:lnTo>
                  <a:pt x="25179" y="1384"/>
                </a:lnTo>
                <a:lnTo>
                  <a:pt x="24349" y="1038"/>
                </a:lnTo>
                <a:lnTo>
                  <a:pt x="23519" y="761"/>
                </a:lnTo>
                <a:lnTo>
                  <a:pt x="22619" y="554"/>
                </a:lnTo>
                <a:lnTo>
                  <a:pt x="21789" y="346"/>
                </a:lnTo>
                <a:lnTo>
                  <a:pt x="20890" y="208"/>
                </a:lnTo>
                <a:lnTo>
                  <a:pt x="19991" y="70"/>
                </a:lnTo>
                <a:lnTo>
                  <a:pt x="1902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73625" lIns="73625" spcFirstLastPara="1" rIns="73625" wrap="square" tIns="7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7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76" name="Google Shape;576;p81"/>
          <p:cNvSpPr txBox="1"/>
          <p:nvPr>
            <p:ph idx="4" type="title"/>
          </p:nvPr>
        </p:nvSpPr>
        <p:spPr>
          <a:xfrm>
            <a:off x="6587200" y="1401238"/>
            <a:ext cx="1379100" cy="557700"/>
          </a:xfrm>
          <a:prstGeom prst="rect">
            <a:avLst/>
          </a:prstGeom>
        </p:spPr>
        <p:txBody>
          <a:bodyPr anchorCtr="0" anchor="t" bIns="73625" lIns="73625" spcFirstLastPara="1" rIns="73625" wrap="square" tIns="736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INDEPENDENCE</a:t>
            </a:r>
            <a:endParaRPr b="1" sz="105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 sz="1449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7" name="Google Shape;57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038" y="572388"/>
            <a:ext cx="4535726" cy="4508075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81"/>
          <p:cNvSpPr txBox="1"/>
          <p:nvPr>
            <p:ph idx="4" type="title"/>
          </p:nvPr>
        </p:nvSpPr>
        <p:spPr>
          <a:xfrm>
            <a:off x="6569888" y="2547588"/>
            <a:ext cx="1379100" cy="557700"/>
          </a:xfrm>
          <a:prstGeom prst="rect">
            <a:avLst/>
          </a:prstGeom>
        </p:spPr>
        <p:txBody>
          <a:bodyPr anchorCtr="0" anchor="t" bIns="73625" lIns="73625" spcFirstLastPara="1" rIns="73625" wrap="square" tIns="736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AUDITORIUM</a:t>
            </a:r>
            <a:endParaRPr b="1" sz="105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 sz="1449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82"/>
          <p:cNvSpPr/>
          <p:nvPr/>
        </p:nvSpPr>
        <p:spPr>
          <a:xfrm>
            <a:off x="0" y="127775"/>
            <a:ext cx="9144000" cy="845400"/>
          </a:xfrm>
          <a:prstGeom prst="rect">
            <a:avLst/>
          </a:prstGeom>
          <a:solidFill>
            <a:srgbClr val="2F3C7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82"/>
          <p:cNvSpPr txBox="1"/>
          <p:nvPr/>
        </p:nvSpPr>
        <p:spPr>
          <a:xfrm>
            <a:off x="430350" y="304175"/>
            <a:ext cx="828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UNICC AI Safety Council – New Evaluation</a:t>
            </a:r>
            <a:endParaRPr sz="2600">
              <a:solidFill>
                <a:schemeClr val="lt1"/>
              </a:solidFill>
            </a:endParaRPr>
          </a:p>
        </p:txBody>
      </p:sp>
      <p:pic>
        <p:nvPicPr>
          <p:cNvPr id="585" name="Google Shape;58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8550" y="1236400"/>
            <a:ext cx="5183000" cy="3174200"/>
          </a:xfrm>
          <a:prstGeom prst="rect">
            <a:avLst/>
          </a:prstGeom>
          <a:noFill/>
          <a:ln>
            <a:noFill/>
          </a:ln>
          <a:effectLst>
            <a:reflection blurRad="0" dir="5400000" dist="76200" endA="0" endPos="30000" fadeDir="5400012" kx="0" rotWithShape="0" algn="bl" stA="10000" stPos="0" sy="-100000" ky="0"/>
          </a:effectLst>
        </p:spPr>
      </p:pic>
      <p:pic>
        <p:nvPicPr>
          <p:cNvPr id="586" name="Google Shape;586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800" y="973175"/>
            <a:ext cx="3450374" cy="4170324"/>
          </a:xfrm>
          <a:prstGeom prst="rect">
            <a:avLst/>
          </a:prstGeom>
          <a:noFill/>
          <a:ln>
            <a:noFill/>
          </a:ln>
          <a:effectLst>
            <a:reflection blurRad="0" dir="5400000" dist="57150" endA="0" endPos="30000" fadeDir="5400012" kx="0" rotWithShape="0" algn="bl" stA="60000" stPos="0" sy="-100000" ky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83"/>
          <p:cNvSpPr txBox="1"/>
          <p:nvPr>
            <p:ph type="title"/>
          </p:nvPr>
        </p:nvSpPr>
        <p:spPr>
          <a:xfrm>
            <a:off x="791700" y="2110950"/>
            <a:ext cx="6097200" cy="81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DEMO TIME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4"/>
          <p:cNvSpPr txBox="1"/>
          <p:nvPr>
            <p:ph type="title"/>
          </p:nvPr>
        </p:nvSpPr>
        <p:spPr>
          <a:xfrm>
            <a:off x="323499" y="16168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15000">
                <a:latin typeface="Manrope ExtraBold"/>
                <a:ea typeface="Manrope ExtraBold"/>
                <a:cs typeface="Manrope ExtraBold"/>
                <a:sym typeface="Manrope ExtraBold"/>
              </a:rPr>
              <a:t>Q&amp;A</a:t>
            </a:r>
            <a:endParaRPr sz="15000"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ket Research Review | Bento">
  <a:themeElements>
    <a:clrScheme name="Simple Light">
      <a:dk1>
        <a:srgbClr val="F0F0F0"/>
      </a:dk1>
      <a:lt1>
        <a:srgbClr val="3D3D3D"/>
      </a:lt1>
      <a:dk2>
        <a:srgbClr val="FFBDE9"/>
      </a:dk2>
      <a:lt2>
        <a:srgbClr val="FFFCFA"/>
      </a:lt2>
      <a:accent1>
        <a:srgbClr val="FE5418"/>
      </a:accent1>
      <a:accent2>
        <a:srgbClr val="5237E6"/>
      </a:accent2>
      <a:accent3>
        <a:srgbClr val="7DDA92"/>
      </a:accent3>
      <a:accent4>
        <a:srgbClr val="B8A7FF"/>
      </a:accent4>
      <a:accent5>
        <a:srgbClr val="039366"/>
      </a:accent5>
      <a:accent6>
        <a:srgbClr val="E992D5"/>
      </a:accent6>
      <a:hlink>
        <a:srgbClr val="E1E5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NYU Bold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2E1DD"/>
      </a:lt2>
      <a:accent1>
        <a:srgbClr val="9A6ABA"/>
      </a:accent1>
      <a:accent2>
        <a:srgbClr val="6D6D6D"/>
      </a:accent2>
      <a:accent3>
        <a:srgbClr val="8900E1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